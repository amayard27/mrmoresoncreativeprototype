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Open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OpenSans-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OpenSans-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OpenSans-italic.fntdata"/><Relationship Id="rId6" Type="http://schemas.openxmlformats.org/officeDocument/2006/relationships/slide" Target="slides/slide2.xml"/><Relationship Id="rId18" Type="http://schemas.openxmlformats.org/officeDocument/2006/relationships/font" Target="fonts/OpenSans-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27000" lvl="0" marL="228600" rtl="0" algn="l">
              <a:lnSpc>
                <a:spcPct val="90000"/>
              </a:lnSpc>
              <a:spcBef>
                <a:spcPts val="2200"/>
              </a:spcBef>
              <a:spcAft>
                <a:spcPts val="0"/>
              </a:spcAft>
              <a:buClr>
                <a:srgbClr val="183440"/>
              </a:buClr>
              <a:buSzPts val="1200"/>
              <a:buChar char="•"/>
            </a:pPr>
            <a:r>
              <a:rPr lang="en-US">
                <a:solidFill>
                  <a:srgbClr val="183440"/>
                </a:solidFill>
              </a:rPr>
              <a:t>We were in-between game format ideas for a while, but eventually settled on a 2D platformer. We wanted to continue making games after the Congressional App Challenge, using Unity for development and Piskel for animation. We decided to use our previous knowledge to make the game, with Brenden handling programming and Andre doing design.</a:t>
            </a:r>
            <a:endParaRPr>
              <a:solidFill>
                <a:srgbClr val="183440"/>
              </a:solidFill>
            </a:endParaRPr>
          </a:p>
          <a:p>
            <a:pPr indent="0" lvl="0" marL="0" rtl="0" algn="l">
              <a:spcBef>
                <a:spcPts val="0"/>
              </a:spcBef>
              <a:spcAft>
                <a:spcPts val="0"/>
              </a:spcAft>
              <a:buNone/>
            </a:pPr>
            <a:r>
              <a:t/>
            </a:r>
            <a:endParaRPr sz="100"/>
          </a:p>
        </p:txBody>
      </p:sp>
      <p:sp>
        <p:nvSpPr>
          <p:cNvPr id="148" name="Google Shape;1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197223e3b3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1197223e3b3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g1197223e3b3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197223e3b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g1197223e3b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1197223e3b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197c86f70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1197c86f70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dude this presentation was awesome</a:t>
            </a:r>
            <a:endParaRPr/>
          </a:p>
        </p:txBody>
      </p:sp>
      <p:sp>
        <p:nvSpPr>
          <p:cNvPr id="192" name="Google Shape;192;g1197c86f70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97c86f705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1197c86f705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1197c86f705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197c86f705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1197c86f705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1197c86f705_0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197c86f705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1197c86f705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1197c86f705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198301a2c2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1198301a2c2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g1198301a2c2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198301a2c2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1198301a2c2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parallax effect works by putting layers into a 2d scene</a:t>
            </a:r>
            <a:endParaRPr/>
          </a:p>
        </p:txBody>
      </p:sp>
      <p:sp>
        <p:nvSpPr>
          <p:cNvPr id="270" name="Google Shape;270;g1198301a2c2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spTree>
      <p:nvGrpSpPr>
        <p:cNvPr id="20" name="Shape 20"/>
        <p:cNvGrpSpPr/>
        <p:nvPr/>
      </p:nvGrpSpPr>
      <p:grpSpPr>
        <a:xfrm>
          <a:off x="0" y="0"/>
          <a:ext cx="0" cy="0"/>
          <a:chOff x="0" y="0"/>
          <a:chExt cx="0" cy="0"/>
        </a:xfrm>
      </p:grpSpPr>
      <p:sp>
        <p:nvSpPr>
          <p:cNvPr id="21" name="Google Shape;21;p2"/>
          <p:cNvSpPr txBox="1"/>
          <p:nvPr>
            <p:ph type="ctrTitle"/>
          </p:nvPr>
        </p:nvSpPr>
        <p:spPr>
          <a:xfrm>
            <a:off x="838200" y="1122363"/>
            <a:ext cx="4835487"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Calibri"/>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subTitle"/>
          </p:nvPr>
        </p:nvSpPr>
        <p:spPr>
          <a:xfrm>
            <a:off x="838200" y="3602038"/>
            <a:ext cx="4835487" cy="16557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1200"/>
              </a:spcBef>
              <a:spcAft>
                <a:spcPts val="0"/>
              </a:spcAft>
              <a:buClr>
                <a:schemeClr val="dk1"/>
              </a:buClr>
              <a:buSzPts val="2000"/>
              <a:buNone/>
              <a:defRPr sz="2000"/>
            </a:lvl2pPr>
            <a:lvl3pPr lvl="2" algn="ctr">
              <a:lnSpc>
                <a:spcPct val="90000"/>
              </a:lnSpc>
              <a:spcBef>
                <a:spcPts val="1200"/>
              </a:spcBef>
              <a:spcAft>
                <a:spcPts val="0"/>
              </a:spcAft>
              <a:buClr>
                <a:schemeClr val="dk1"/>
              </a:buClr>
              <a:buSzPts val="1800"/>
              <a:buNone/>
              <a:defRPr sz="1800"/>
            </a:lvl3pPr>
            <a:lvl4pPr lvl="3" algn="ctr">
              <a:lnSpc>
                <a:spcPct val="90000"/>
              </a:lnSpc>
              <a:spcBef>
                <a:spcPts val="1200"/>
              </a:spcBef>
              <a:spcAft>
                <a:spcPts val="0"/>
              </a:spcAft>
              <a:buClr>
                <a:schemeClr val="dk1"/>
              </a:buClr>
              <a:buSzPts val="1600"/>
              <a:buNone/>
              <a:defRPr sz="1600"/>
            </a:lvl4pPr>
            <a:lvl5pPr lvl="4" algn="ctr">
              <a:lnSpc>
                <a:spcPct val="90000"/>
              </a:lnSpc>
              <a:spcBef>
                <a:spcPts val="1200"/>
              </a:spcBef>
              <a:spcAft>
                <a:spcPts val="0"/>
              </a:spcAft>
              <a:buClr>
                <a:schemeClr val="dk1"/>
              </a:buClr>
              <a:buSzPts val="1600"/>
              <a:buNone/>
              <a:defRPr sz="1600"/>
            </a:lvl5pPr>
            <a:lvl6pPr lvl="5" algn="ctr">
              <a:lnSpc>
                <a:spcPct val="90000"/>
              </a:lnSpc>
              <a:spcBef>
                <a:spcPts val="12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1">
    <p:spTree>
      <p:nvGrpSpPr>
        <p:cNvPr id="26" name="Shape 26"/>
        <p:cNvGrpSpPr/>
        <p:nvPr/>
      </p:nvGrpSpPr>
      <p:grpSpPr>
        <a:xfrm>
          <a:off x="0" y="0"/>
          <a:ext cx="0" cy="0"/>
          <a:chOff x="0" y="0"/>
          <a:chExt cx="0" cy="0"/>
        </a:xfrm>
      </p:grpSpPr>
      <p:sp>
        <p:nvSpPr>
          <p:cNvPr id="27" name="Google Shape;27;p3"/>
          <p:cNvSpPr/>
          <p:nvPr/>
        </p:nvSpPr>
        <p:spPr>
          <a:xfrm rot="10800000">
            <a:off x="8167157" y="179347"/>
            <a:ext cx="4024843" cy="6542128"/>
          </a:xfrm>
          <a:custGeom>
            <a:rect b="b" l="l" r="r" t="t"/>
            <a:pathLst>
              <a:path extrusionOk="0" h="21600" w="21600">
                <a:moveTo>
                  <a:pt x="20920" y="13914"/>
                </a:moveTo>
                <a:cubicBezTo>
                  <a:pt x="20937" y="14019"/>
                  <a:pt x="20957" y="14125"/>
                  <a:pt x="20973" y="14230"/>
                </a:cubicBezTo>
                <a:lnTo>
                  <a:pt x="0" y="14230"/>
                </a:lnTo>
                <a:lnTo>
                  <a:pt x="0" y="13914"/>
                </a:lnTo>
                <a:lnTo>
                  <a:pt x="20920" y="13914"/>
                </a:lnTo>
                <a:close/>
                <a:moveTo>
                  <a:pt x="0" y="15554"/>
                </a:moveTo>
                <a:lnTo>
                  <a:pt x="0" y="15870"/>
                </a:lnTo>
                <a:lnTo>
                  <a:pt x="21211" y="15870"/>
                </a:lnTo>
                <a:cubicBezTo>
                  <a:pt x="21199" y="15765"/>
                  <a:pt x="21182" y="15659"/>
                  <a:pt x="21170" y="15554"/>
                </a:cubicBezTo>
                <a:lnTo>
                  <a:pt x="0" y="15554"/>
                </a:lnTo>
                <a:close/>
                <a:moveTo>
                  <a:pt x="0" y="14732"/>
                </a:moveTo>
                <a:lnTo>
                  <a:pt x="0" y="15048"/>
                </a:lnTo>
                <a:lnTo>
                  <a:pt x="21100" y="15048"/>
                </a:lnTo>
                <a:cubicBezTo>
                  <a:pt x="21084" y="14942"/>
                  <a:pt x="21068" y="14837"/>
                  <a:pt x="21055" y="14732"/>
                </a:cubicBezTo>
                <a:lnTo>
                  <a:pt x="0" y="14732"/>
                </a:lnTo>
                <a:close/>
                <a:moveTo>
                  <a:pt x="0" y="13096"/>
                </a:moveTo>
                <a:lnTo>
                  <a:pt x="0" y="13412"/>
                </a:lnTo>
                <a:lnTo>
                  <a:pt x="20838" y="13412"/>
                </a:lnTo>
                <a:cubicBezTo>
                  <a:pt x="20818" y="13307"/>
                  <a:pt x="20802" y="13201"/>
                  <a:pt x="20781" y="13096"/>
                </a:cubicBezTo>
                <a:lnTo>
                  <a:pt x="0" y="13096"/>
                </a:lnTo>
                <a:close/>
                <a:moveTo>
                  <a:pt x="0" y="12278"/>
                </a:moveTo>
                <a:lnTo>
                  <a:pt x="0" y="12594"/>
                </a:lnTo>
                <a:lnTo>
                  <a:pt x="20683" y="12594"/>
                </a:lnTo>
                <a:cubicBezTo>
                  <a:pt x="20662" y="12489"/>
                  <a:pt x="20642" y="12383"/>
                  <a:pt x="20621" y="12278"/>
                </a:cubicBezTo>
                <a:lnTo>
                  <a:pt x="0" y="12278"/>
                </a:lnTo>
                <a:close/>
                <a:moveTo>
                  <a:pt x="0" y="19644"/>
                </a:moveTo>
                <a:lnTo>
                  <a:pt x="0" y="19960"/>
                </a:lnTo>
                <a:lnTo>
                  <a:pt x="21555" y="19960"/>
                </a:lnTo>
                <a:cubicBezTo>
                  <a:pt x="21551" y="19854"/>
                  <a:pt x="21547" y="19749"/>
                  <a:pt x="21539" y="19644"/>
                </a:cubicBezTo>
                <a:lnTo>
                  <a:pt x="0" y="19644"/>
                </a:lnTo>
                <a:close/>
                <a:moveTo>
                  <a:pt x="0" y="11460"/>
                </a:moveTo>
                <a:lnTo>
                  <a:pt x="0" y="11776"/>
                </a:lnTo>
                <a:lnTo>
                  <a:pt x="20515" y="11776"/>
                </a:lnTo>
                <a:cubicBezTo>
                  <a:pt x="20490" y="11671"/>
                  <a:pt x="20470" y="11565"/>
                  <a:pt x="20445" y="11460"/>
                </a:cubicBezTo>
                <a:lnTo>
                  <a:pt x="0" y="11460"/>
                </a:lnTo>
                <a:close/>
                <a:moveTo>
                  <a:pt x="0" y="10642"/>
                </a:moveTo>
                <a:lnTo>
                  <a:pt x="0" y="10958"/>
                </a:lnTo>
                <a:lnTo>
                  <a:pt x="20331" y="10958"/>
                </a:lnTo>
                <a:cubicBezTo>
                  <a:pt x="20306" y="10853"/>
                  <a:pt x="20281" y="10747"/>
                  <a:pt x="20257" y="10642"/>
                </a:cubicBezTo>
                <a:lnTo>
                  <a:pt x="0" y="10642"/>
                </a:lnTo>
                <a:close/>
                <a:moveTo>
                  <a:pt x="0" y="20778"/>
                </a:moveTo>
                <a:lnTo>
                  <a:pt x="21584" y="20778"/>
                </a:lnTo>
                <a:cubicBezTo>
                  <a:pt x="21580" y="20672"/>
                  <a:pt x="21580" y="20567"/>
                  <a:pt x="21575" y="20462"/>
                </a:cubicBezTo>
                <a:lnTo>
                  <a:pt x="0" y="20462"/>
                </a:lnTo>
                <a:lnTo>
                  <a:pt x="0" y="20778"/>
                </a:lnTo>
                <a:close/>
                <a:moveTo>
                  <a:pt x="0" y="16372"/>
                </a:moveTo>
                <a:lnTo>
                  <a:pt x="0" y="16688"/>
                </a:lnTo>
                <a:lnTo>
                  <a:pt x="21309" y="16688"/>
                </a:lnTo>
                <a:cubicBezTo>
                  <a:pt x="21297" y="16583"/>
                  <a:pt x="21285" y="16477"/>
                  <a:pt x="21272" y="16372"/>
                </a:cubicBezTo>
                <a:lnTo>
                  <a:pt x="0" y="16372"/>
                </a:lnTo>
                <a:close/>
                <a:moveTo>
                  <a:pt x="0" y="18826"/>
                </a:moveTo>
                <a:lnTo>
                  <a:pt x="0" y="19142"/>
                </a:lnTo>
                <a:lnTo>
                  <a:pt x="21514" y="19142"/>
                </a:lnTo>
                <a:cubicBezTo>
                  <a:pt x="21506" y="19037"/>
                  <a:pt x="21502" y="18931"/>
                  <a:pt x="21494" y="18826"/>
                </a:cubicBezTo>
                <a:lnTo>
                  <a:pt x="0" y="18826"/>
                </a:lnTo>
                <a:close/>
                <a:moveTo>
                  <a:pt x="0" y="17190"/>
                </a:moveTo>
                <a:lnTo>
                  <a:pt x="0" y="17506"/>
                </a:lnTo>
                <a:lnTo>
                  <a:pt x="21391" y="17506"/>
                </a:lnTo>
                <a:cubicBezTo>
                  <a:pt x="21383" y="17401"/>
                  <a:pt x="21371" y="17295"/>
                  <a:pt x="21362" y="17190"/>
                </a:cubicBezTo>
                <a:lnTo>
                  <a:pt x="0" y="17190"/>
                </a:lnTo>
                <a:close/>
                <a:moveTo>
                  <a:pt x="0" y="18008"/>
                </a:moveTo>
                <a:lnTo>
                  <a:pt x="0" y="18324"/>
                </a:lnTo>
                <a:lnTo>
                  <a:pt x="21461" y="18324"/>
                </a:lnTo>
                <a:cubicBezTo>
                  <a:pt x="21453" y="18219"/>
                  <a:pt x="21444" y="18113"/>
                  <a:pt x="21436" y="18008"/>
                </a:cubicBezTo>
                <a:lnTo>
                  <a:pt x="0" y="18008"/>
                </a:lnTo>
                <a:close/>
                <a:moveTo>
                  <a:pt x="0" y="818"/>
                </a:moveTo>
                <a:lnTo>
                  <a:pt x="0" y="1134"/>
                </a:lnTo>
                <a:lnTo>
                  <a:pt x="16760" y="1134"/>
                </a:lnTo>
                <a:cubicBezTo>
                  <a:pt x="16703" y="1025"/>
                  <a:pt x="16645" y="919"/>
                  <a:pt x="16592" y="818"/>
                </a:cubicBezTo>
                <a:lnTo>
                  <a:pt x="0" y="818"/>
                </a:lnTo>
                <a:close/>
                <a:moveTo>
                  <a:pt x="0" y="4094"/>
                </a:moveTo>
                <a:lnTo>
                  <a:pt x="0" y="4410"/>
                </a:lnTo>
                <a:lnTo>
                  <a:pt x="18267" y="4410"/>
                </a:lnTo>
                <a:cubicBezTo>
                  <a:pt x="18222" y="4305"/>
                  <a:pt x="18181" y="4199"/>
                  <a:pt x="18136" y="4094"/>
                </a:cubicBezTo>
                <a:lnTo>
                  <a:pt x="0" y="4094"/>
                </a:lnTo>
                <a:close/>
                <a:moveTo>
                  <a:pt x="0" y="1636"/>
                </a:moveTo>
                <a:lnTo>
                  <a:pt x="0" y="1952"/>
                </a:lnTo>
                <a:lnTo>
                  <a:pt x="17174" y="1952"/>
                </a:lnTo>
                <a:cubicBezTo>
                  <a:pt x="17120" y="1843"/>
                  <a:pt x="17067" y="1737"/>
                  <a:pt x="17018" y="1636"/>
                </a:cubicBezTo>
                <a:lnTo>
                  <a:pt x="0" y="1636"/>
                </a:lnTo>
                <a:close/>
                <a:moveTo>
                  <a:pt x="0" y="3272"/>
                </a:moveTo>
                <a:lnTo>
                  <a:pt x="0" y="3588"/>
                </a:lnTo>
                <a:lnTo>
                  <a:pt x="17923" y="3588"/>
                </a:lnTo>
                <a:cubicBezTo>
                  <a:pt x="17878" y="3483"/>
                  <a:pt x="17833" y="3377"/>
                  <a:pt x="17784" y="3272"/>
                </a:cubicBezTo>
                <a:lnTo>
                  <a:pt x="0" y="3272"/>
                </a:lnTo>
                <a:close/>
                <a:moveTo>
                  <a:pt x="0" y="2454"/>
                </a:moveTo>
                <a:lnTo>
                  <a:pt x="0" y="2770"/>
                </a:lnTo>
                <a:lnTo>
                  <a:pt x="17563" y="2770"/>
                </a:lnTo>
                <a:cubicBezTo>
                  <a:pt x="17513" y="2660"/>
                  <a:pt x="17464" y="2555"/>
                  <a:pt x="17415" y="2454"/>
                </a:cubicBezTo>
                <a:lnTo>
                  <a:pt x="0" y="2454"/>
                </a:lnTo>
                <a:close/>
                <a:moveTo>
                  <a:pt x="0" y="0"/>
                </a:moveTo>
                <a:lnTo>
                  <a:pt x="0" y="316"/>
                </a:lnTo>
                <a:lnTo>
                  <a:pt x="16314" y="316"/>
                </a:lnTo>
                <a:cubicBezTo>
                  <a:pt x="16248" y="198"/>
                  <a:pt x="16187" y="93"/>
                  <a:pt x="16129" y="0"/>
                </a:cubicBezTo>
                <a:lnTo>
                  <a:pt x="0" y="0"/>
                </a:lnTo>
                <a:close/>
                <a:moveTo>
                  <a:pt x="21592" y="21284"/>
                </a:moveTo>
                <a:lnTo>
                  <a:pt x="0" y="21284"/>
                </a:lnTo>
                <a:lnTo>
                  <a:pt x="0" y="21600"/>
                </a:lnTo>
                <a:lnTo>
                  <a:pt x="21600" y="21600"/>
                </a:lnTo>
                <a:cubicBezTo>
                  <a:pt x="21596" y="21490"/>
                  <a:pt x="21596" y="21385"/>
                  <a:pt x="21592" y="21284"/>
                </a:cubicBezTo>
                <a:close/>
                <a:moveTo>
                  <a:pt x="0" y="6548"/>
                </a:moveTo>
                <a:lnTo>
                  <a:pt x="0" y="6864"/>
                </a:lnTo>
                <a:lnTo>
                  <a:pt x="19172" y="6864"/>
                </a:lnTo>
                <a:cubicBezTo>
                  <a:pt x="19135" y="6759"/>
                  <a:pt x="19102" y="6653"/>
                  <a:pt x="19065" y="6548"/>
                </a:cubicBezTo>
                <a:lnTo>
                  <a:pt x="0" y="6548"/>
                </a:lnTo>
                <a:close/>
                <a:moveTo>
                  <a:pt x="0" y="8184"/>
                </a:moveTo>
                <a:lnTo>
                  <a:pt x="0" y="8500"/>
                </a:lnTo>
                <a:lnTo>
                  <a:pt x="19684" y="8500"/>
                </a:lnTo>
                <a:cubicBezTo>
                  <a:pt x="19651" y="8395"/>
                  <a:pt x="19622" y="8289"/>
                  <a:pt x="19589" y="8184"/>
                </a:cubicBezTo>
                <a:lnTo>
                  <a:pt x="0" y="8184"/>
                </a:lnTo>
                <a:close/>
                <a:moveTo>
                  <a:pt x="0" y="7366"/>
                </a:moveTo>
                <a:lnTo>
                  <a:pt x="0" y="7682"/>
                </a:lnTo>
                <a:lnTo>
                  <a:pt x="19438" y="7682"/>
                </a:lnTo>
                <a:cubicBezTo>
                  <a:pt x="19405" y="7577"/>
                  <a:pt x="19372" y="7471"/>
                  <a:pt x="19336" y="7366"/>
                </a:cubicBezTo>
                <a:lnTo>
                  <a:pt x="0" y="7366"/>
                </a:lnTo>
                <a:close/>
                <a:moveTo>
                  <a:pt x="0" y="9002"/>
                </a:moveTo>
                <a:lnTo>
                  <a:pt x="0" y="9318"/>
                </a:lnTo>
                <a:lnTo>
                  <a:pt x="19917" y="9318"/>
                </a:lnTo>
                <a:cubicBezTo>
                  <a:pt x="19888" y="9213"/>
                  <a:pt x="19860" y="9107"/>
                  <a:pt x="19831" y="9002"/>
                </a:cubicBezTo>
                <a:lnTo>
                  <a:pt x="0" y="9002"/>
                </a:lnTo>
                <a:close/>
                <a:moveTo>
                  <a:pt x="0" y="5730"/>
                </a:moveTo>
                <a:lnTo>
                  <a:pt x="0" y="6046"/>
                </a:lnTo>
                <a:lnTo>
                  <a:pt x="18889" y="6046"/>
                </a:lnTo>
                <a:cubicBezTo>
                  <a:pt x="18852" y="5941"/>
                  <a:pt x="18811" y="5835"/>
                  <a:pt x="18775" y="5730"/>
                </a:cubicBezTo>
                <a:lnTo>
                  <a:pt x="0" y="5730"/>
                </a:lnTo>
                <a:close/>
                <a:moveTo>
                  <a:pt x="0" y="9824"/>
                </a:moveTo>
                <a:lnTo>
                  <a:pt x="0" y="10140"/>
                </a:lnTo>
                <a:lnTo>
                  <a:pt x="20130" y="10140"/>
                </a:lnTo>
                <a:cubicBezTo>
                  <a:pt x="20101" y="10035"/>
                  <a:pt x="20077" y="9929"/>
                  <a:pt x="20048" y="9824"/>
                </a:cubicBezTo>
                <a:lnTo>
                  <a:pt x="0" y="9824"/>
                </a:lnTo>
                <a:close/>
                <a:moveTo>
                  <a:pt x="0" y="4912"/>
                </a:moveTo>
                <a:lnTo>
                  <a:pt x="0" y="5228"/>
                </a:lnTo>
                <a:lnTo>
                  <a:pt x="18586" y="5228"/>
                </a:lnTo>
                <a:cubicBezTo>
                  <a:pt x="18545" y="5123"/>
                  <a:pt x="18504" y="5017"/>
                  <a:pt x="18463" y="4912"/>
                </a:cubicBezTo>
                <a:lnTo>
                  <a:pt x="0" y="4912"/>
                </a:ln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 name="Google Shape;28;p3"/>
          <p:cNvSpPr txBox="1"/>
          <p:nvPr>
            <p:ph type="title"/>
          </p:nvPr>
        </p:nvSpPr>
        <p:spPr>
          <a:xfrm>
            <a:off x="2566930" y="365125"/>
            <a:ext cx="878687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
          <p:cNvSpPr txBox="1"/>
          <p:nvPr>
            <p:ph idx="1" type="body"/>
          </p:nvPr>
        </p:nvSpPr>
        <p:spPr>
          <a:xfrm>
            <a:off x="2566930" y="1825625"/>
            <a:ext cx="878687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3"/>
          <p:cNvSpPr txBox="1"/>
          <p:nvPr>
            <p:ph idx="10" type="dt"/>
          </p:nvPr>
        </p:nvSpPr>
        <p:spPr>
          <a:xfrm>
            <a:off x="2071170" y="6356350"/>
            <a:ext cx="151022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3" name="Google Shape;33;p3"/>
          <p:cNvSpPr/>
          <p:nvPr/>
        </p:nvSpPr>
        <p:spPr>
          <a:xfrm>
            <a:off x="0" y="0"/>
            <a:ext cx="1875424" cy="6858000"/>
          </a:xfrm>
          <a:custGeom>
            <a:rect b="b" l="l" r="r" t="t"/>
            <a:pathLst>
              <a:path extrusionOk="0" h="21600" w="19125">
                <a:moveTo>
                  <a:pt x="9337" y="0"/>
                </a:moveTo>
                <a:cubicBezTo>
                  <a:pt x="9337" y="0"/>
                  <a:pt x="21600" y="8013"/>
                  <a:pt x="18674" y="21600"/>
                </a:cubicBezTo>
                <a:lnTo>
                  <a:pt x="0" y="21600"/>
                </a:lnTo>
                <a:lnTo>
                  <a:pt x="0" y="0"/>
                </a:lnTo>
                <a:lnTo>
                  <a:pt x="9337" y="0"/>
                </a:lnTo>
                <a:close/>
              </a:path>
            </a:pathLst>
          </a:custGeom>
          <a:solidFill>
            <a:schemeClr val="dk2"/>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3"/>
          <p:cNvSpPr/>
          <p:nvPr/>
        </p:nvSpPr>
        <p:spPr>
          <a:xfrm>
            <a:off x="0" y="179347"/>
            <a:ext cx="1145754" cy="6537321"/>
          </a:xfrm>
          <a:custGeom>
            <a:rect b="b" l="l" r="r" t="t"/>
            <a:pathLst>
              <a:path extrusionOk="0" h="21600" w="21600">
                <a:moveTo>
                  <a:pt x="20920" y="13914"/>
                </a:moveTo>
                <a:cubicBezTo>
                  <a:pt x="20937" y="14019"/>
                  <a:pt x="20957" y="14125"/>
                  <a:pt x="20973" y="14230"/>
                </a:cubicBezTo>
                <a:lnTo>
                  <a:pt x="0" y="14230"/>
                </a:lnTo>
                <a:lnTo>
                  <a:pt x="0" y="13914"/>
                </a:lnTo>
                <a:lnTo>
                  <a:pt x="20920" y="13914"/>
                </a:lnTo>
                <a:close/>
                <a:moveTo>
                  <a:pt x="0" y="15554"/>
                </a:moveTo>
                <a:lnTo>
                  <a:pt x="0" y="15870"/>
                </a:lnTo>
                <a:lnTo>
                  <a:pt x="21211" y="15870"/>
                </a:lnTo>
                <a:cubicBezTo>
                  <a:pt x="21199" y="15765"/>
                  <a:pt x="21182" y="15659"/>
                  <a:pt x="21170" y="15554"/>
                </a:cubicBezTo>
                <a:lnTo>
                  <a:pt x="0" y="15554"/>
                </a:lnTo>
                <a:close/>
                <a:moveTo>
                  <a:pt x="0" y="14732"/>
                </a:moveTo>
                <a:lnTo>
                  <a:pt x="0" y="15048"/>
                </a:lnTo>
                <a:lnTo>
                  <a:pt x="21100" y="15048"/>
                </a:lnTo>
                <a:cubicBezTo>
                  <a:pt x="21084" y="14942"/>
                  <a:pt x="21068" y="14837"/>
                  <a:pt x="21055" y="14732"/>
                </a:cubicBezTo>
                <a:lnTo>
                  <a:pt x="0" y="14732"/>
                </a:lnTo>
                <a:close/>
                <a:moveTo>
                  <a:pt x="0" y="13096"/>
                </a:moveTo>
                <a:lnTo>
                  <a:pt x="0" y="13412"/>
                </a:lnTo>
                <a:lnTo>
                  <a:pt x="20838" y="13412"/>
                </a:lnTo>
                <a:cubicBezTo>
                  <a:pt x="20818" y="13307"/>
                  <a:pt x="20802" y="13201"/>
                  <a:pt x="20781" y="13096"/>
                </a:cubicBezTo>
                <a:lnTo>
                  <a:pt x="0" y="13096"/>
                </a:lnTo>
                <a:close/>
                <a:moveTo>
                  <a:pt x="0" y="12278"/>
                </a:moveTo>
                <a:lnTo>
                  <a:pt x="0" y="12594"/>
                </a:lnTo>
                <a:lnTo>
                  <a:pt x="20683" y="12594"/>
                </a:lnTo>
                <a:cubicBezTo>
                  <a:pt x="20662" y="12489"/>
                  <a:pt x="20642" y="12383"/>
                  <a:pt x="20621" y="12278"/>
                </a:cubicBezTo>
                <a:lnTo>
                  <a:pt x="0" y="12278"/>
                </a:lnTo>
                <a:close/>
                <a:moveTo>
                  <a:pt x="0" y="19644"/>
                </a:moveTo>
                <a:lnTo>
                  <a:pt x="0" y="19960"/>
                </a:lnTo>
                <a:lnTo>
                  <a:pt x="21555" y="19960"/>
                </a:lnTo>
                <a:cubicBezTo>
                  <a:pt x="21551" y="19854"/>
                  <a:pt x="21547" y="19749"/>
                  <a:pt x="21539" y="19644"/>
                </a:cubicBezTo>
                <a:lnTo>
                  <a:pt x="0" y="19644"/>
                </a:lnTo>
                <a:close/>
                <a:moveTo>
                  <a:pt x="0" y="11460"/>
                </a:moveTo>
                <a:lnTo>
                  <a:pt x="0" y="11776"/>
                </a:lnTo>
                <a:lnTo>
                  <a:pt x="20515" y="11776"/>
                </a:lnTo>
                <a:cubicBezTo>
                  <a:pt x="20490" y="11671"/>
                  <a:pt x="20470" y="11565"/>
                  <a:pt x="20445" y="11460"/>
                </a:cubicBezTo>
                <a:lnTo>
                  <a:pt x="0" y="11460"/>
                </a:lnTo>
                <a:close/>
                <a:moveTo>
                  <a:pt x="0" y="10642"/>
                </a:moveTo>
                <a:lnTo>
                  <a:pt x="0" y="10958"/>
                </a:lnTo>
                <a:lnTo>
                  <a:pt x="20331" y="10958"/>
                </a:lnTo>
                <a:cubicBezTo>
                  <a:pt x="20306" y="10853"/>
                  <a:pt x="20281" y="10747"/>
                  <a:pt x="20257" y="10642"/>
                </a:cubicBezTo>
                <a:lnTo>
                  <a:pt x="0" y="10642"/>
                </a:lnTo>
                <a:close/>
                <a:moveTo>
                  <a:pt x="0" y="20778"/>
                </a:moveTo>
                <a:lnTo>
                  <a:pt x="21584" y="20778"/>
                </a:lnTo>
                <a:cubicBezTo>
                  <a:pt x="21580" y="20672"/>
                  <a:pt x="21580" y="20567"/>
                  <a:pt x="21575" y="20462"/>
                </a:cubicBezTo>
                <a:lnTo>
                  <a:pt x="0" y="20462"/>
                </a:lnTo>
                <a:lnTo>
                  <a:pt x="0" y="20778"/>
                </a:lnTo>
                <a:close/>
                <a:moveTo>
                  <a:pt x="0" y="16372"/>
                </a:moveTo>
                <a:lnTo>
                  <a:pt x="0" y="16688"/>
                </a:lnTo>
                <a:lnTo>
                  <a:pt x="21309" y="16688"/>
                </a:lnTo>
                <a:cubicBezTo>
                  <a:pt x="21297" y="16583"/>
                  <a:pt x="21285" y="16477"/>
                  <a:pt x="21272" y="16372"/>
                </a:cubicBezTo>
                <a:lnTo>
                  <a:pt x="0" y="16372"/>
                </a:lnTo>
                <a:close/>
                <a:moveTo>
                  <a:pt x="0" y="18826"/>
                </a:moveTo>
                <a:lnTo>
                  <a:pt x="0" y="19142"/>
                </a:lnTo>
                <a:lnTo>
                  <a:pt x="21514" y="19142"/>
                </a:lnTo>
                <a:cubicBezTo>
                  <a:pt x="21506" y="19037"/>
                  <a:pt x="21502" y="18931"/>
                  <a:pt x="21494" y="18826"/>
                </a:cubicBezTo>
                <a:lnTo>
                  <a:pt x="0" y="18826"/>
                </a:lnTo>
                <a:close/>
                <a:moveTo>
                  <a:pt x="0" y="17190"/>
                </a:moveTo>
                <a:lnTo>
                  <a:pt x="0" y="17506"/>
                </a:lnTo>
                <a:lnTo>
                  <a:pt x="21391" y="17506"/>
                </a:lnTo>
                <a:cubicBezTo>
                  <a:pt x="21383" y="17401"/>
                  <a:pt x="21371" y="17295"/>
                  <a:pt x="21362" y="17190"/>
                </a:cubicBezTo>
                <a:lnTo>
                  <a:pt x="0" y="17190"/>
                </a:lnTo>
                <a:close/>
                <a:moveTo>
                  <a:pt x="0" y="18008"/>
                </a:moveTo>
                <a:lnTo>
                  <a:pt x="0" y="18324"/>
                </a:lnTo>
                <a:lnTo>
                  <a:pt x="21461" y="18324"/>
                </a:lnTo>
                <a:cubicBezTo>
                  <a:pt x="21453" y="18219"/>
                  <a:pt x="21444" y="18113"/>
                  <a:pt x="21436" y="18008"/>
                </a:cubicBezTo>
                <a:lnTo>
                  <a:pt x="0" y="18008"/>
                </a:lnTo>
                <a:close/>
                <a:moveTo>
                  <a:pt x="0" y="818"/>
                </a:moveTo>
                <a:lnTo>
                  <a:pt x="0" y="1134"/>
                </a:lnTo>
                <a:lnTo>
                  <a:pt x="16760" y="1134"/>
                </a:lnTo>
                <a:cubicBezTo>
                  <a:pt x="16703" y="1025"/>
                  <a:pt x="16645" y="919"/>
                  <a:pt x="16592" y="818"/>
                </a:cubicBezTo>
                <a:lnTo>
                  <a:pt x="0" y="818"/>
                </a:lnTo>
                <a:close/>
                <a:moveTo>
                  <a:pt x="0" y="4094"/>
                </a:moveTo>
                <a:lnTo>
                  <a:pt x="0" y="4410"/>
                </a:lnTo>
                <a:lnTo>
                  <a:pt x="18267" y="4410"/>
                </a:lnTo>
                <a:cubicBezTo>
                  <a:pt x="18222" y="4305"/>
                  <a:pt x="18181" y="4199"/>
                  <a:pt x="18136" y="4094"/>
                </a:cubicBezTo>
                <a:lnTo>
                  <a:pt x="0" y="4094"/>
                </a:lnTo>
                <a:close/>
                <a:moveTo>
                  <a:pt x="0" y="1636"/>
                </a:moveTo>
                <a:lnTo>
                  <a:pt x="0" y="1952"/>
                </a:lnTo>
                <a:lnTo>
                  <a:pt x="17174" y="1952"/>
                </a:lnTo>
                <a:cubicBezTo>
                  <a:pt x="17120" y="1843"/>
                  <a:pt x="17067" y="1737"/>
                  <a:pt x="17018" y="1636"/>
                </a:cubicBezTo>
                <a:lnTo>
                  <a:pt x="0" y="1636"/>
                </a:lnTo>
                <a:close/>
                <a:moveTo>
                  <a:pt x="0" y="3272"/>
                </a:moveTo>
                <a:lnTo>
                  <a:pt x="0" y="3588"/>
                </a:lnTo>
                <a:lnTo>
                  <a:pt x="17923" y="3588"/>
                </a:lnTo>
                <a:cubicBezTo>
                  <a:pt x="17878" y="3483"/>
                  <a:pt x="17833" y="3377"/>
                  <a:pt x="17784" y="3272"/>
                </a:cubicBezTo>
                <a:lnTo>
                  <a:pt x="0" y="3272"/>
                </a:lnTo>
                <a:close/>
                <a:moveTo>
                  <a:pt x="0" y="2454"/>
                </a:moveTo>
                <a:lnTo>
                  <a:pt x="0" y="2770"/>
                </a:lnTo>
                <a:lnTo>
                  <a:pt x="17563" y="2770"/>
                </a:lnTo>
                <a:cubicBezTo>
                  <a:pt x="17513" y="2660"/>
                  <a:pt x="17464" y="2555"/>
                  <a:pt x="17415" y="2454"/>
                </a:cubicBezTo>
                <a:lnTo>
                  <a:pt x="0" y="2454"/>
                </a:lnTo>
                <a:close/>
                <a:moveTo>
                  <a:pt x="0" y="0"/>
                </a:moveTo>
                <a:lnTo>
                  <a:pt x="0" y="316"/>
                </a:lnTo>
                <a:lnTo>
                  <a:pt x="16314" y="316"/>
                </a:lnTo>
                <a:cubicBezTo>
                  <a:pt x="16248" y="198"/>
                  <a:pt x="16187" y="93"/>
                  <a:pt x="16129" y="0"/>
                </a:cubicBezTo>
                <a:lnTo>
                  <a:pt x="0" y="0"/>
                </a:lnTo>
                <a:close/>
                <a:moveTo>
                  <a:pt x="21592" y="21284"/>
                </a:moveTo>
                <a:lnTo>
                  <a:pt x="0" y="21284"/>
                </a:lnTo>
                <a:lnTo>
                  <a:pt x="0" y="21600"/>
                </a:lnTo>
                <a:lnTo>
                  <a:pt x="21600" y="21600"/>
                </a:lnTo>
                <a:cubicBezTo>
                  <a:pt x="21596" y="21490"/>
                  <a:pt x="21596" y="21385"/>
                  <a:pt x="21592" y="21284"/>
                </a:cubicBezTo>
                <a:close/>
                <a:moveTo>
                  <a:pt x="0" y="6548"/>
                </a:moveTo>
                <a:lnTo>
                  <a:pt x="0" y="6864"/>
                </a:lnTo>
                <a:lnTo>
                  <a:pt x="19172" y="6864"/>
                </a:lnTo>
                <a:cubicBezTo>
                  <a:pt x="19135" y="6759"/>
                  <a:pt x="19102" y="6653"/>
                  <a:pt x="19065" y="6548"/>
                </a:cubicBezTo>
                <a:lnTo>
                  <a:pt x="0" y="6548"/>
                </a:lnTo>
                <a:close/>
                <a:moveTo>
                  <a:pt x="0" y="8184"/>
                </a:moveTo>
                <a:lnTo>
                  <a:pt x="0" y="8500"/>
                </a:lnTo>
                <a:lnTo>
                  <a:pt x="19684" y="8500"/>
                </a:lnTo>
                <a:cubicBezTo>
                  <a:pt x="19651" y="8395"/>
                  <a:pt x="19622" y="8289"/>
                  <a:pt x="19589" y="8184"/>
                </a:cubicBezTo>
                <a:lnTo>
                  <a:pt x="0" y="8184"/>
                </a:lnTo>
                <a:close/>
                <a:moveTo>
                  <a:pt x="0" y="7366"/>
                </a:moveTo>
                <a:lnTo>
                  <a:pt x="0" y="7682"/>
                </a:lnTo>
                <a:lnTo>
                  <a:pt x="19438" y="7682"/>
                </a:lnTo>
                <a:cubicBezTo>
                  <a:pt x="19405" y="7577"/>
                  <a:pt x="19372" y="7471"/>
                  <a:pt x="19336" y="7366"/>
                </a:cubicBezTo>
                <a:lnTo>
                  <a:pt x="0" y="7366"/>
                </a:lnTo>
                <a:close/>
                <a:moveTo>
                  <a:pt x="0" y="9002"/>
                </a:moveTo>
                <a:lnTo>
                  <a:pt x="0" y="9318"/>
                </a:lnTo>
                <a:lnTo>
                  <a:pt x="19917" y="9318"/>
                </a:lnTo>
                <a:cubicBezTo>
                  <a:pt x="19888" y="9213"/>
                  <a:pt x="19860" y="9107"/>
                  <a:pt x="19831" y="9002"/>
                </a:cubicBezTo>
                <a:lnTo>
                  <a:pt x="0" y="9002"/>
                </a:lnTo>
                <a:close/>
                <a:moveTo>
                  <a:pt x="0" y="5730"/>
                </a:moveTo>
                <a:lnTo>
                  <a:pt x="0" y="6046"/>
                </a:lnTo>
                <a:lnTo>
                  <a:pt x="18889" y="6046"/>
                </a:lnTo>
                <a:cubicBezTo>
                  <a:pt x="18852" y="5941"/>
                  <a:pt x="18811" y="5835"/>
                  <a:pt x="18775" y="5730"/>
                </a:cubicBezTo>
                <a:lnTo>
                  <a:pt x="0" y="5730"/>
                </a:lnTo>
                <a:close/>
                <a:moveTo>
                  <a:pt x="0" y="9824"/>
                </a:moveTo>
                <a:lnTo>
                  <a:pt x="0" y="10140"/>
                </a:lnTo>
                <a:lnTo>
                  <a:pt x="20130" y="10140"/>
                </a:lnTo>
                <a:cubicBezTo>
                  <a:pt x="20101" y="10035"/>
                  <a:pt x="20077" y="9929"/>
                  <a:pt x="20048" y="9824"/>
                </a:cubicBezTo>
                <a:lnTo>
                  <a:pt x="0" y="9824"/>
                </a:lnTo>
                <a:close/>
                <a:moveTo>
                  <a:pt x="0" y="4912"/>
                </a:moveTo>
                <a:lnTo>
                  <a:pt x="0" y="5228"/>
                </a:lnTo>
                <a:lnTo>
                  <a:pt x="18586" y="5228"/>
                </a:lnTo>
                <a:cubicBezTo>
                  <a:pt x="18545" y="5123"/>
                  <a:pt x="18504" y="5017"/>
                  <a:pt x="18463" y="4912"/>
                </a:cubicBezTo>
                <a:lnTo>
                  <a:pt x="0" y="4912"/>
                </a:lnTo>
                <a:close/>
              </a:path>
            </a:pathLst>
          </a:custGeom>
          <a:gradFill>
            <a:gsLst>
              <a:gs pos="0">
                <a:srgbClr val="32738E"/>
              </a:gs>
              <a:gs pos="72000">
                <a:schemeClr val="dk2"/>
              </a:gs>
              <a:gs pos="100000">
                <a:schemeClr val="dk2"/>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 name="Google Shape;35;p3"/>
          <p:cNvSpPr/>
          <p:nvPr/>
        </p:nvSpPr>
        <p:spPr>
          <a:xfrm>
            <a:off x="533400" y="177799"/>
            <a:ext cx="1836336" cy="1725268"/>
          </a:xfrm>
          <a:custGeom>
            <a:rect b="b" l="l" r="r" t="t"/>
            <a:pathLst>
              <a:path extrusionOk="0" h="14887" w="17465">
                <a:moveTo>
                  <a:pt x="4671" y="1321"/>
                </a:moveTo>
                <a:cubicBezTo>
                  <a:pt x="4671" y="1321"/>
                  <a:pt x="681" y="4468"/>
                  <a:pt x="26" y="10817"/>
                </a:cubicBezTo>
                <a:cubicBezTo>
                  <a:pt x="-629" y="17166"/>
                  <a:pt x="11414" y="14734"/>
                  <a:pt x="16193" y="12533"/>
                </a:cubicBezTo>
                <a:cubicBezTo>
                  <a:pt x="20971" y="10344"/>
                  <a:pt x="11220" y="-4434"/>
                  <a:pt x="4671" y="1321"/>
                </a:cubicBezTo>
                <a:close/>
              </a:path>
            </a:pathLst>
          </a:custGeom>
          <a:solidFill>
            <a:schemeClr val="accent4"/>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3"/>
          <p:cNvSpPr/>
          <p:nvPr/>
        </p:nvSpPr>
        <p:spPr>
          <a:xfrm>
            <a:off x="228600" y="2133599"/>
            <a:ext cx="793095" cy="1027714"/>
          </a:xfrm>
          <a:custGeom>
            <a:rect b="b" l="l" r="r" t="t"/>
            <a:pathLst>
              <a:path extrusionOk="0" h="19918" w="20510">
                <a:moveTo>
                  <a:pt x="7073" y="56"/>
                </a:moveTo>
                <a:cubicBezTo>
                  <a:pt x="2918" y="205"/>
                  <a:pt x="-248" y="2874"/>
                  <a:pt x="16" y="5988"/>
                </a:cubicBezTo>
                <a:cubicBezTo>
                  <a:pt x="445" y="11277"/>
                  <a:pt x="1632" y="18740"/>
                  <a:pt x="4797" y="19778"/>
                </a:cubicBezTo>
                <a:cubicBezTo>
                  <a:pt x="9777" y="21434"/>
                  <a:pt x="21352" y="7841"/>
                  <a:pt x="20462" y="2997"/>
                </a:cubicBezTo>
                <a:cubicBezTo>
                  <a:pt x="19967" y="155"/>
                  <a:pt x="12844" y="-166"/>
                  <a:pt x="7073" y="56"/>
                </a:cubicBezTo>
                <a:close/>
              </a:path>
            </a:pathLst>
          </a:custGeom>
          <a:solidFill>
            <a:srgbClr val="61ABC8"/>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Title and Content 2">
    <p:spTree>
      <p:nvGrpSpPr>
        <p:cNvPr id="37" name="Shape 37"/>
        <p:cNvGrpSpPr/>
        <p:nvPr/>
      </p:nvGrpSpPr>
      <p:grpSpPr>
        <a:xfrm>
          <a:off x="0" y="0"/>
          <a:ext cx="0" cy="0"/>
          <a:chOff x="0" y="0"/>
          <a:chExt cx="0" cy="0"/>
        </a:xfrm>
      </p:grpSpPr>
      <p:sp>
        <p:nvSpPr>
          <p:cNvPr id="38" name="Google Shape;38;p4"/>
          <p:cNvSpPr txBox="1"/>
          <p:nvPr>
            <p:ph type="title"/>
          </p:nvPr>
        </p:nvSpPr>
        <p:spPr>
          <a:xfrm>
            <a:off x="838200" y="365125"/>
            <a:ext cx="667788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
          <p:cNvSpPr txBox="1"/>
          <p:nvPr>
            <p:ph idx="1" type="body"/>
          </p:nvPr>
        </p:nvSpPr>
        <p:spPr>
          <a:xfrm>
            <a:off x="838200" y="1825625"/>
            <a:ext cx="6677880" cy="353792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1">
  <p:cSld name="Section 1">
    <p:spTree>
      <p:nvGrpSpPr>
        <p:cNvPr id="43" name="Shape 43"/>
        <p:cNvGrpSpPr/>
        <p:nvPr/>
      </p:nvGrpSpPr>
      <p:grpSpPr>
        <a:xfrm>
          <a:off x="0" y="0"/>
          <a:ext cx="0" cy="0"/>
          <a:chOff x="0" y="0"/>
          <a:chExt cx="0" cy="0"/>
        </a:xfrm>
      </p:grpSpPr>
      <p:sp>
        <p:nvSpPr>
          <p:cNvPr id="44" name="Google Shape;44;p5"/>
          <p:cNvSpPr txBox="1"/>
          <p:nvPr>
            <p:ph type="title"/>
          </p:nvPr>
        </p:nvSpPr>
        <p:spPr>
          <a:xfrm>
            <a:off x="831850" y="3458198"/>
            <a:ext cx="5759920" cy="187696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5"/>
          <p:cNvSpPr txBox="1"/>
          <p:nvPr>
            <p:ph idx="1" type="body"/>
          </p:nvPr>
        </p:nvSpPr>
        <p:spPr>
          <a:xfrm>
            <a:off x="831850" y="5473700"/>
            <a:ext cx="5759920" cy="6159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98D90"/>
              </a:buClr>
              <a:buSzPts val="2400"/>
              <a:buNone/>
              <a:defRPr sz="2400">
                <a:solidFill>
                  <a:srgbClr val="898D90"/>
                </a:solidFill>
              </a:defRPr>
            </a:lvl1pPr>
            <a:lvl2pPr indent="-228600" lvl="1" marL="914400" algn="l">
              <a:lnSpc>
                <a:spcPct val="90000"/>
              </a:lnSpc>
              <a:spcBef>
                <a:spcPts val="1200"/>
              </a:spcBef>
              <a:spcAft>
                <a:spcPts val="0"/>
              </a:spcAft>
              <a:buClr>
                <a:srgbClr val="898D90"/>
              </a:buClr>
              <a:buSzPts val="2000"/>
              <a:buNone/>
              <a:defRPr sz="2000">
                <a:solidFill>
                  <a:srgbClr val="898D90"/>
                </a:solidFill>
              </a:defRPr>
            </a:lvl2pPr>
            <a:lvl3pPr indent="-228600" lvl="2" marL="1371600" algn="l">
              <a:lnSpc>
                <a:spcPct val="90000"/>
              </a:lnSpc>
              <a:spcBef>
                <a:spcPts val="1200"/>
              </a:spcBef>
              <a:spcAft>
                <a:spcPts val="0"/>
              </a:spcAft>
              <a:buClr>
                <a:srgbClr val="898D90"/>
              </a:buClr>
              <a:buSzPts val="1800"/>
              <a:buNone/>
              <a:defRPr sz="1800">
                <a:solidFill>
                  <a:srgbClr val="898D90"/>
                </a:solidFill>
              </a:defRPr>
            </a:lvl3pPr>
            <a:lvl4pPr indent="-228600" lvl="3" marL="1828800" algn="l">
              <a:lnSpc>
                <a:spcPct val="90000"/>
              </a:lnSpc>
              <a:spcBef>
                <a:spcPts val="1200"/>
              </a:spcBef>
              <a:spcAft>
                <a:spcPts val="0"/>
              </a:spcAft>
              <a:buClr>
                <a:srgbClr val="898D90"/>
              </a:buClr>
              <a:buSzPts val="1600"/>
              <a:buNone/>
              <a:defRPr sz="1600">
                <a:solidFill>
                  <a:srgbClr val="898D90"/>
                </a:solidFill>
              </a:defRPr>
            </a:lvl4pPr>
            <a:lvl5pPr indent="-228600" lvl="4" marL="2286000" algn="l">
              <a:lnSpc>
                <a:spcPct val="90000"/>
              </a:lnSpc>
              <a:spcBef>
                <a:spcPts val="1200"/>
              </a:spcBef>
              <a:spcAft>
                <a:spcPts val="0"/>
              </a:spcAft>
              <a:buClr>
                <a:srgbClr val="898D90"/>
              </a:buClr>
              <a:buSzPts val="1600"/>
              <a:buNone/>
              <a:defRPr sz="1600">
                <a:solidFill>
                  <a:srgbClr val="898D90"/>
                </a:solidFill>
              </a:defRPr>
            </a:lvl5pPr>
            <a:lvl6pPr indent="-228600" lvl="5" marL="2743200" algn="l">
              <a:lnSpc>
                <a:spcPct val="90000"/>
              </a:lnSpc>
              <a:spcBef>
                <a:spcPts val="1200"/>
              </a:spcBef>
              <a:spcAft>
                <a:spcPts val="0"/>
              </a:spcAft>
              <a:buClr>
                <a:srgbClr val="898D90"/>
              </a:buClr>
              <a:buSzPts val="1600"/>
              <a:buNone/>
              <a:defRPr sz="1600">
                <a:solidFill>
                  <a:srgbClr val="898D90"/>
                </a:solidFill>
              </a:defRPr>
            </a:lvl6pPr>
            <a:lvl7pPr indent="-228600" lvl="6" marL="3200400" algn="l">
              <a:lnSpc>
                <a:spcPct val="90000"/>
              </a:lnSpc>
              <a:spcBef>
                <a:spcPts val="500"/>
              </a:spcBef>
              <a:spcAft>
                <a:spcPts val="0"/>
              </a:spcAft>
              <a:buClr>
                <a:srgbClr val="898D90"/>
              </a:buClr>
              <a:buSzPts val="1600"/>
              <a:buNone/>
              <a:defRPr sz="1600">
                <a:solidFill>
                  <a:srgbClr val="898D90"/>
                </a:solidFill>
              </a:defRPr>
            </a:lvl7pPr>
            <a:lvl8pPr indent="-228600" lvl="7" marL="3657600" algn="l">
              <a:lnSpc>
                <a:spcPct val="90000"/>
              </a:lnSpc>
              <a:spcBef>
                <a:spcPts val="500"/>
              </a:spcBef>
              <a:spcAft>
                <a:spcPts val="0"/>
              </a:spcAft>
              <a:buClr>
                <a:srgbClr val="898D90"/>
              </a:buClr>
              <a:buSzPts val="1600"/>
              <a:buNone/>
              <a:defRPr sz="1600">
                <a:solidFill>
                  <a:srgbClr val="898D90"/>
                </a:solidFill>
              </a:defRPr>
            </a:lvl8pPr>
            <a:lvl9pPr indent="-228600" lvl="8" marL="4114800" algn="l">
              <a:lnSpc>
                <a:spcPct val="90000"/>
              </a:lnSpc>
              <a:spcBef>
                <a:spcPts val="500"/>
              </a:spcBef>
              <a:spcAft>
                <a:spcPts val="0"/>
              </a:spcAft>
              <a:buClr>
                <a:srgbClr val="898D90"/>
              </a:buClr>
              <a:buSzPts val="1600"/>
              <a:buNone/>
              <a:defRPr sz="1600">
                <a:solidFill>
                  <a:srgbClr val="898D90"/>
                </a:solidFill>
              </a:defRPr>
            </a:lvl9pPr>
          </a:lstStyle>
          <a:p/>
        </p:txBody>
      </p:sp>
      <p:sp>
        <p:nvSpPr>
          <p:cNvPr id="46" name="Google Shape;4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2">
  <p:cSld name="Section 2">
    <p:spTree>
      <p:nvGrpSpPr>
        <p:cNvPr id="49" name="Shape 49"/>
        <p:cNvGrpSpPr/>
        <p:nvPr/>
      </p:nvGrpSpPr>
      <p:grpSpPr>
        <a:xfrm>
          <a:off x="0" y="0"/>
          <a:ext cx="0" cy="0"/>
          <a:chOff x="0" y="0"/>
          <a:chExt cx="0" cy="0"/>
        </a:xfrm>
      </p:grpSpPr>
      <p:sp>
        <p:nvSpPr>
          <p:cNvPr id="50" name="Google Shape;50;p6"/>
          <p:cNvSpPr txBox="1"/>
          <p:nvPr>
            <p:ph type="title"/>
          </p:nvPr>
        </p:nvSpPr>
        <p:spPr>
          <a:xfrm>
            <a:off x="7232650" y="1709738"/>
            <a:ext cx="41148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
          <p:cNvSpPr txBox="1"/>
          <p:nvPr>
            <p:ph idx="1" type="body"/>
          </p:nvPr>
        </p:nvSpPr>
        <p:spPr>
          <a:xfrm>
            <a:off x="7232650" y="4589463"/>
            <a:ext cx="41148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98D90"/>
              </a:buClr>
              <a:buSzPts val="2400"/>
              <a:buNone/>
              <a:defRPr sz="2400">
                <a:solidFill>
                  <a:srgbClr val="898D90"/>
                </a:solidFill>
              </a:defRPr>
            </a:lvl1pPr>
            <a:lvl2pPr indent="-228600" lvl="1" marL="914400" algn="l">
              <a:lnSpc>
                <a:spcPct val="90000"/>
              </a:lnSpc>
              <a:spcBef>
                <a:spcPts val="1200"/>
              </a:spcBef>
              <a:spcAft>
                <a:spcPts val="0"/>
              </a:spcAft>
              <a:buClr>
                <a:srgbClr val="898D90"/>
              </a:buClr>
              <a:buSzPts val="2000"/>
              <a:buNone/>
              <a:defRPr sz="2000">
                <a:solidFill>
                  <a:srgbClr val="898D90"/>
                </a:solidFill>
              </a:defRPr>
            </a:lvl2pPr>
            <a:lvl3pPr indent="-228600" lvl="2" marL="1371600" algn="l">
              <a:lnSpc>
                <a:spcPct val="90000"/>
              </a:lnSpc>
              <a:spcBef>
                <a:spcPts val="1200"/>
              </a:spcBef>
              <a:spcAft>
                <a:spcPts val="0"/>
              </a:spcAft>
              <a:buClr>
                <a:srgbClr val="898D90"/>
              </a:buClr>
              <a:buSzPts val="1800"/>
              <a:buNone/>
              <a:defRPr sz="1800">
                <a:solidFill>
                  <a:srgbClr val="898D90"/>
                </a:solidFill>
              </a:defRPr>
            </a:lvl3pPr>
            <a:lvl4pPr indent="-228600" lvl="3" marL="1828800" algn="l">
              <a:lnSpc>
                <a:spcPct val="90000"/>
              </a:lnSpc>
              <a:spcBef>
                <a:spcPts val="1200"/>
              </a:spcBef>
              <a:spcAft>
                <a:spcPts val="0"/>
              </a:spcAft>
              <a:buClr>
                <a:srgbClr val="898D90"/>
              </a:buClr>
              <a:buSzPts val="1600"/>
              <a:buNone/>
              <a:defRPr sz="1600">
                <a:solidFill>
                  <a:srgbClr val="898D90"/>
                </a:solidFill>
              </a:defRPr>
            </a:lvl4pPr>
            <a:lvl5pPr indent="-228600" lvl="4" marL="2286000" algn="l">
              <a:lnSpc>
                <a:spcPct val="90000"/>
              </a:lnSpc>
              <a:spcBef>
                <a:spcPts val="1200"/>
              </a:spcBef>
              <a:spcAft>
                <a:spcPts val="0"/>
              </a:spcAft>
              <a:buClr>
                <a:srgbClr val="898D90"/>
              </a:buClr>
              <a:buSzPts val="1600"/>
              <a:buNone/>
              <a:defRPr sz="1600">
                <a:solidFill>
                  <a:srgbClr val="898D90"/>
                </a:solidFill>
              </a:defRPr>
            </a:lvl5pPr>
            <a:lvl6pPr indent="-228600" lvl="5" marL="2743200" algn="l">
              <a:lnSpc>
                <a:spcPct val="90000"/>
              </a:lnSpc>
              <a:spcBef>
                <a:spcPts val="1200"/>
              </a:spcBef>
              <a:spcAft>
                <a:spcPts val="0"/>
              </a:spcAft>
              <a:buClr>
                <a:srgbClr val="898D90"/>
              </a:buClr>
              <a:buSzPts val="1600"/>
              <a:buNone/>
              <a:defRPr sz="1600">
                <a:solidFill>
                  <a:srgbClr val="898D90"/>
                </a:solidFill>
              </a:defRPr>
            </a:lvl6pPr>
            <a:lvl7pPr indent="-228600" lvl="6" marL="3200400" algn="l">
              <a:lnSpc>
                <a:spcPct val="90000"/>
              </a:lnSpc>
              <a:spcBef>
                <a:spcPts val="500"/>
              </a:spcBef>
              <a:spcAft>
                <a:spcPts val="0"/>
              </a:spcAft>
              <a:buClr>
                <a:srgbClr val="898D90"/>
              </a:buClr>
              <a:buSzPts val="1600"/>
              <a:buNone/>
              <a:defRPr sz="1600">
                <a:solidFill>
                  <a:srgbClr val="898D90"/>
                </a:solidFill>
              </a:defRPr>
            </a:lvl7pPr>
            <a:lvl8pPr indent="-228600" lvl="7" marL="3657600" algn="l">
              <a:lnSpc>
                <a:spcPct val="90000"/>
              </a:lnSpc>
              <a:spcBef>
                <a:spcPts val="500"/>
              </a:spcBef>
              <a:spcAft>
                <a:spcPts val="0"/>
              </a:spcAft>
              <a:buClr>
                <a:srgbClr val="898D90"/>
              </a:buClr>
              <a:buSzPts val="1600"/>
              <a:buNone/>
              <a:defRPr sz="1600">
                <a:solidFill>
                  <a:srgbClr val="898D90"/>
                </a:solidFill>
              </a:defRPr>
            </a:lvl8pPr>
            <a:lvl9pPr indent="-228600" lvl="8" marL="4114800" algn="l">
              <a:lnSpc>
                <a:spcPct val="90000"/>
              </a:lnSpc>
              <a:spcBef>
                <a:spcPts val="500"/>
              </a:spcBef>
              <a:spcAft>
                <a:spcPts val="0"/>
              </a:spcAft>
              <a:buClr>
                <a:srgbClr val="898D90"/>
              </a:buClr>
              <a:buSzPts val="1600"/>
              <a:buNone/>
              <a:defRPr sz="1600">
                <a:solidFill>
                  <a:srgbClr val="898D90"/>
                </a:solidFill>
              </a:defRPr>
            </a:lvl9pPr>
          </a:lstStyle>
          <a:p/>
        </p:txBody>
      </p:sp>
      <p:sp>
        <p:nvSpPr>
          <p:cNvPr id="52" name="Google Shape;5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spTree>
      <p:nvGrpSpPr>
        <p:cNvPr id="55" name="Shape 55"/>
        <p:cNvGrpSpPr/>
        <p:nvPr/>
      </p:nvGrpSpPr>
      <p:grpSpPr>
        <a:xfrm>
          <a:off x="0" y="0"/>
          <a:ext cx="0" cy="0"/>
          <a:chOff x="0" y="0"/>
          <a:chExt cx="0" cy="0"/>
        </a:xfrm>
      </p:grpSpPr>
      <p:sp>
        <p:nvSpPr>
          <p:cNvPr id="56" name="Google Shape;56;p7"/>
          <p:cNvSpPr txBox="1"/>
          <p:nvPr>
            <p:ph type="title"/>
          </p:nvPr>
        </p:nvSpPr>
        <p:spPr>
          <a:xfrm>
            <a:off x="831850" y="1709738"/>
            <a:ext cx="6555415"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7"/>
          <p:cNvSpPr txBox="1"/>
          <p:nvPr>
            <p:ph idx="1" type="body"/>
          </p:nvPr>
        </p:nvSpPr>
        <p:spPr>
          <a:xfrm>
            <a:off x="831850" y="4589463"/>
            <a:ext cx="655541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98D90"/>
              </a:buClr>
              <a:buSzPts val="2400"/>
              <a:buNone/>
              <a:defRPr sz="2400">
                <a:solidFill>
                  <a:srgbClr val="898D90"/>
                </a:solidFill>
              </a:defRPr>
            </a:lvl1pPr>
            <a:lvl2pPr indent="-228600" lvl="1" marL="914400" algn="l">
              <a:lnSpc>
                <a:spcPct val="90000"/>
              </a:lnSpc>
              <a:spcBef>
                <a:spcPts val="1200"/>
              </a:spcBef>
              <a:spcAft>
                <a:spcPts val="0"/>
              </a:spcAft>
              <a:buClr>
                <a:srgbClr val="898D90"/>
              </a:buClr>
              <a:buSzPts val="2000"/>
              <a:buNone/>
              <a:defRPr sz="2000">
                <a:solidFill>
                  <a:srgbClr val="898D90"/>
                </a:solidFill>
              </a:defRPr>
            </a:lvl2pPr>
            <a:lvl3pPr indent="-228600" lvl="2" marL="1371600" algn="l">
              <a:lnSpc>
                <a:spcPct val="90000"/>
              </a:lnSpc>
              <a:spcBef>
                <a:spcPts val="1200"/>
              </a:spcBef>
              <a:spcAft>
                <a:spcPts val="0"/>
              </a:spcAft>
              <a:buClr>
                <a:srgbClr val="898D90"/>
              </a:buClr>
              <a:buSzPts val="1800"/>
              <a:buNone/>
              <a:defRPr sz="1800">
                <a:solidFill>
                  <a:srgbClr val="898D90"/>
                </a:solidFill>
              </a:defRPr>
            </a:lvl3pPr>
            <a:lvl4pPr indent="-228600" lvl="3" marL="1828800" algn="l">
              <a:lnSpc>
                <a:spcPct val="90000"/>
              </a:lnSpc>
              <a:spcBef>
                <a:spcPts val="1200"/>
              </a:spcBef>
              <a:spcAft>
                <a:spcPts val="0"/>
              </a:spcAft>
              <a:buClr>
                <a:srgbClr val="898D90"/>
              </a:buClr>
              <a:buSzPts val="1600"/>
              <a:buNone/>
              <a:defRPr sz="1600">
                <a:solidFill>
                  <a:srgbClr val="898D90"/>
                </a:solidFill>
              </a:defRPr>
            </a:lvl4pPr>
            <a:lvl5pPr indent="-228600" lvl="4" marL="2286000" algn="l">
              <a:lnSpc>
                <a:spcPct val="90000"/>
              </a:lnSpc>
              <a:spcBef>
                <a:spcPts val="1200"/>
              </a:spcBef>
              <a:spcAft>
                <a:spcPts val="0"/>
              </a:spcAft>
              <a:buClr>
                <a:srgbClr val="898D90"/>
              </a:buClr>
              <a:buSzPts val="1600"/>
              <a:buNone/>
              <a:defRPr sz="1600">
                <a:solidFill>
                  <a:srgbClr val="898D90"/>
                </a:solidFill>
              </a:defRPr>
            </a:lvl5pPr>
            <a:lvl6pPr indent="-228600" lvl="5" marL="2743200" algn="l">
              <a:lnSpc>
                <a:spcPct val="90000"/>
              </a:lnSpc>
              <a:spcBef>
                <a:spcPts val="1200"/>
              </a:spcBef>
              <a:spcAft>
                <a:spcPts val="0"/>
              </a:spcAft>
              <a:buClr>
                <a:srgbClr val="898D90"/>
              </a:buClr>
              <a:buSzPts val="1600"/>
              <a:buNone/>
              <a:defRPr sz="1600">
                <a:solidFill>
                  <a:srgbClr val="898D90"/>
                </a:solidFill>
              </a:defRPr>
            </a:lvl6pPr>
            <a:lvl7pPr indent="-228600" lvl="6" marL="3200400" algn="l">
              <a:lnSpc>
                <a:spcPct val="90000"/>
              </a:lnSpc>
              <a:spcBef>
                <a:spcPts val="500"/>
              </a:spcBef>
              <a:spcAft>
                <a:spcPts val="0"/>
              </a:spcAft>
              <a:buClr>
                <a:srgbClr val="898D90"/>
              </a:buClr>
              <a:buSzPts val="1600"/>
              <a:buNone/>
              <a:defRPr sz="1600">
                <a:solidFill>
                  <a:srgbClr val="898D90"/>
                </a:solidFill>
              </a:defRPr>
            </a:lvl7pPr>
            <a:lvl8pPr indent="-228600" lvl="7" marL="3657600" algn="l">
              <a:lnSpc>
                <a:spcPct val="90000"/>
              </a:lnSpc>
              <a:spcBef>
                <a:spcPts val="500"/>
              </a:spcBef>
              <a:spcAft>
                <a:spcPts val="0"/>
              </a:spcAft>
              <a:buClr>
                <a:srgbClr val="898D90"/>
              </a:buClr>
              <a:buSzPts val="1600"/>
              <a:buNone/>
              <a:defRPr sz="1600">
                <a:solidFill>
                  <a:srgbClr val="898D90"/>
                </a:solidFill>
              </a:defRPr>
            </a:lvl8pPr>
            <a:lvl9pPr indent="-228600" lvl="8" marL="4114800" algn="l">
              <a:lnSpc>
                <a:spcPct val="90000"/>
              </a:lnSpc>
              <a:spcBef>
                <a:spcPts val="500"/>
              </a:spcBef>
              <a:spcAft>
                <a:spcPts val="0"/>
              </a:spcAft>
              <a:buClr>
                <a:srgbClr val="898D90"/>
              </a:buClr>
              <a:buSzPts val="1600"/>
              <a:buNone/>
              <a:defRPr sz="1600">
                <a:solidFill>
                  <a:srgbClr val="898D90"/>
                </a:solidFill>
              </a:defRPr>
            </a:lvl9pPr>
          </a:lstStyle>
          <a:p/>
        </p:txBody>
      </p:sp>
      <p:sp>
        <p:nvSpPr>
          <p:cNvPr id="58" name="Google Shape;5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1" type="ftr"/>
          </p:nvPr>
        </p:nvSpPr>
        <p:spPr>
          <a:xfrm>
            <a:off x="4038600" y="6356350"/>
            <a:ext cx="311598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txBox="1"/>
          <p:nvPr>
            <p:ph idx="12" type="sldNum"/>
          </p:nvPr>
        </p:nvSpPr>
        <p:spPr>
          <a:xfrm>
            <a:off x="7481434" y="6356350"/>
            <a:ext cx="191595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1" name="Google Shape;61;p7"/>
          <p:cNvSpPr txBox="1"/>
          <p:nvPr>
            <p:ph idx="2" type="body"/>
          </p:nvPr>
        </p:nvSpPr>
        <p:spPr>
          <a:xfrm>
            <a:off x="5775662" y="1026472"/>
            <a:ext cx="1701800" cy="228600"/>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200"/>
              <a:buNone/>
              <a:defRPr sz="1200"/>
            </a:lvl1pPr>
            <a:lvl2pPr indent="-228600" lvl="1" marL="914400" algn="ctr">
              <a:lnSpc>
                <a:spcPct val="90000"/>
              </a:lnSpc>
              <a:spcBef>
                <a:spcPts val="1200"/>
              </a:spcBef>
              <a:spcAft>
                <a:spcPts val="0"/>
              </a:spcAft>
              <a:buClr>
                <a:schemeClr val="dk1"/>
              </a:buClr>
              <a:buSzPts val="2400"/>
              <a:buNone/>
              <a:defRPr/>
            </a:lvl2pPr>
            <a:lvl3pPr indent="-228600" lvl="2" marL="1371600" algn="ctr">
              <a:lnSpc>
                <a:spcPct val="90000"/>
              </a:lnSpc>
              <a:spcBef>
                <a:spcPts val="1200"/>
              </a:spcBef>
              <a:spcAft>
                <a:spcPts val="0"/>
              </a:spcAft>
              <a:buClr>
                <a:schemeClr val="dk1"/>
              </a:buClr>
              <a:buSzPts val="2000"/>
              <a:buNone/>
              <a:defRPr/>
            </a:lvl3pPr>
            <a:lvl4pPr indent="-228600" lvl="3" marL="1828800" algn="ctr">
              <a:lnSpc>
                <a:spcPct val="90000"/>
              </a:lnSpc>
              <a:spcBef>
                <a:spcPts val="1200"/>
              </a:spcBef>
              <a:spcAft>
                <a:spcPts val="0"/>
              </a:spcAft>
              <a:buClr>
                <a:schemeClr val="dk1"/>
              </a:buClr>
              <a:buSzPts val="1800"/>
              <a:buNone/>
              <a:defRPr/>
            </a:lvl4pPr>
            <a:lvl5pPr indent="-228600" lvl="4" marL="2286000" algn="ctr">
              <a:lnSpc>
                <a:spcPct val="90000"/>
              </a:lnSpc>
              <a:spcBef>
                <a:spcPts val="1200"/>
              </a:spcBef>
              <a:spcAft>
                <a:spcPts val="0"/>
              </a:spcAft>
              <a:buClr>
                <a:schemeClr val="dk1"/>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7"/>
          <p:cNvSpPr txBox="1"/>
          <p:nvPr>
            <p:ph idx="3" type="body"/>
          </p:nvPr>
        </p:nvSpPr>
        <p:spPr>
          <a:xfrm>
            <a:off x="5775662" y="1253805"/>
            <a:ext cx="1701800" cy="228600"/>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200"/>
              <a:buNone/>
              <a:defRPr sz="1200"/>
            </a:lvl1pPr>
            <a:lvl2pPr indent="-228600" lvl="1" marL="914400" algn="ctr">
              <a:lnSpc>
                <a:spcPct val="90000"/>
              </a:lnSpc>
              <a:spcBef>
                <a:spcPts val="1200"/>
              </a:spcBef>
              <a:spcAft>
                <a:spcPts val="0"/>
              </a:spcAft>
              <a:buClr>
                <a:schemeClr val="dk1"/>
              </a:buClr>
              <a:buSzPts val="2400"/>
              <a:buNone/>
              <a:defRPr/>
            </a:lvl2pPr>
            <a:lvl3pPr indent="-228600" lvl="2" marL="1371600" algn="ctr">
              <a:lnSpc>
                <a:spcPct val="90000"/>
              </a:lnSpc>
              <a:spcBef>
                <a:spcPts val="1200"/>
              </a:spcBef>
              <a:spcAft>
                <a:spcPts val="0"/>
              </a:spcAft>
              <a:buClr>
                <a:schemeClr val="dk1"/>
              </a:buClr>
              <a:buSzPts val="2000"/>
              <a:buNone/>
              <a:defRPr/>
            </a:lvl3pPr>
            <a:lvl4pPr indent="-228600" lvl="3" marL="1828800" algn="ctr">
              <a:lnSpc>
                <a:spcPct val="90000"/>
              </a:lnSpc>
              <a:spcBef>
                <a:spcPts val="1200"/>
              </a:spcBef>
              <a:spcAft>
                <a:spcPts val="0"/>
              </a:spcAft>
              <a:buClr>
                <a:schemeClr val="dk1"/>
              </a:buClr>
              <a:buSzPts val="1800"/>
              <a:buNone/>
              <a:defRPr/>
            </a:lvl4pPr>
            <a:lvl5pPr indent="-228600" lvl="4" marL="2286000" algn="ctr">
              <a:lnSpc>
                <a:spcPct val="90000"/>
              </a:lnSpc>
              <a:spcBef>
                <a:spcPts val="1200"/>
              </a:spcBef>
              <a:spcAft>
                <a:spcPts val="0"/>
              </a:spcAft>
              <a:buClr>
                <a:schemeClr val="dk1"/>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7"/>
          <p:cNvSpPr txBox="1"/>
          <p:nvPr>
            <p:ph idx="4" type="body"/>
          </p:nvPr>
        </p:nvSpPr>
        <p:spPr>
          <a:xfrm>
            <a:off x="5775662" y="1481138"/>
            <a:ext cx="1701800" cy="228600"/>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200"/>
              <a:buNone/>
              <a:defRPr sz="1200"/>
            </a:lvl1pPr>
            <a:lvl2pPr indent="-228600" lvl="1" marL="914400" algn="ctr">
              <a:lnSpc>
                <a:spcPct val="90000"/>
              </a:lnSpc>
              <a:spcBef>
                <a:spcPts val="1200"/>
              </a:spcBef>
              <a:spcAft>
                <a:spcPts val="0"/>
              </a:spcAft>
              <a:buClr>
                <a:schemeClr val="dk1"/>
              </a:buClr>
              <a:buSzPts val="2400"/>
              <a:buNone/>
              <a:defRPr/>
            </a:lvl2pPr>
            <a:lvl3pPr indent="-228600" lvl="2" marL="1371600" algn="ctr">
              <a:lnSpc>
                <a:spcPct val="90000"/>
              </a:lnSpc>
              <a:spcBef>
                <a:spcPts val="1200"/>
              </a:spcBef>
              <a:spcAft>
                <a:spcPts val="0"/>
              </a:spcAft>
              <a:buClr>
                <a:schemeClr val="dk1"/>
              </a:buClr>
              <a:buSzPts val="2000"/>
              <a:buNone/>
              <a:defRPr/>
            </a:lvl3pPr>
            <a:lvl4pPr indent="-228600" lvl="3" marL="1828800" algn="ctr">
              <a:lnSpc>
                <a:spcPct val="90000"/>
              </a:lnSpc>
              <a:spcBef>
                <a:spcPts val="1200"/>
              </a:spcBef>
              <a:spcAft>
                <a:spcPts val="0"/>
              </a:spcAft>
              <a:buClr>
                <a:schemeClr val="dk1"/>
              </a:buClr>
              <a:buSzPts val="1800"/>
              <a:buNone/>
              <a:defRPr/>
            </a:lvl4pPr>
            <a:lvl5pPr indent="-228600" lvl="4" marL="2286000" algn="ctr">
              <a:lnSpc>
                <a:spcPct val="90000"/>
              </a:lnSpc>
              <a:spcBef>
                <a:spcPts val="1200"/>
              </a:spcBef>
              <a:spcAft>
                <a:spcPts val="0"/>
              </a:spcAft>
              <a:buClr>
                <a:schemeClr val="dk1"/>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 and Typography">
  <p:cSld name="Color and Typography">
    <p:spTree>
      <p:nvGrpSpPr>
        <p:cNvPr id="64" name="Shape 64"/>
        <p:cNvGrpSpPr/>
        <p:nvPr/>
      </p:nvGrpSpPr>
      <p:grpSpPr>
        <a:xfrm>
          <a:off x="0" y="0"/>
          <a:ext cx="0" cy="0"/>
          <a:chOff x="0" y="0"/>
          <a:chExt cx="0" cy="0"/>
        </a:xfrm>
      </p:grpSpPr>
      <p:sp>
        <p:nvSpPr>
          <p:cNvPr id="65" name="Google Shape;65;p8"/>
          <p:cNvSpPr/>
          <p:nvPr/>
        </p:nvSpPr>
        <p:spPr>
          <a:xfrm>
            <a:off x="-1" y="179347"/>
            <a:ext cx="4024843" cy="6542128"/>
          </a:xfrm>
          <a:custGeom>
            <a:rect b="b" l="l" r="r" t="t"/>
            <a:pathLst>
              <a:path extrusionOk="0" h="21600" w="21600">
                <a:moveTo>
                  <a:pt x="20920" y="13914"/>
                </a:moveTo>
                <a:cubicBezTo>
                  <a:pt x="20937" y="14019"/>
                  <a:pt x="20957" y="14125"/>
                  <a:pt x="20973" y="14230"/>
                </a:cubicBezTo>
                <a:lnTo>
                  <a:pt x="0" y="14230"/>
                </a:lnTo>
                <a:lnTo>
                  <a:pt x="0" y="13914"/>
                </a:lnTo>
                <a:lnTo>
                  <a:pt x="20920" y="13914"/>
                </a:lnTo>
                <a:close/>
                <a:moveTo>
                  <a:pt x="0" y="15554"/>
                </a:moveTo>
                <a:lnTo>
                  <a:pt x="0" y="15870"/>
                </a:lnTo>
                <a:lnTo>
                  <a:pt x="21211" y="15870"/>
                </a:lnTo>
                <a:cubicBezTo>
                  <a:pt x="21199" y="15765"/>
                  <a:pt x="21182" y="15659"/>
                  <a:pt x="21170" y="15554"/>
                </a:cubicBezTo>
                <a:lnTo>
                  <a:pt x="0" y="15554"/>
                </a:lnTo>
                <a:close/>
                <a:moveTo>
                  <a:pt x="0" y="14732"/>
                </a:moveTo>
                <a:lnTo>
                  <a:pt x="0" y="15048"/>
                </a:lnTo>
                <a:lnTo>
                  <a:pt x="21100" y="15048"/>
                </a:lnTo>
                <a:cubicBezTo>
                  <a:pt x="21084" y="14942"/>
                  <a:pt x="21068" y="14837"/>
                  <a:pt x="21055" y="14732"/>
                </a:cubicBezTo>
                <a:lnTo>
                  <a:pt x="0" y="14732"/>
                </a:lnTo>
                <a:close/>
                <a:moveTo>
                  <a:pt x="0" y="13096"/>
                </a:moveTo>
                <a:lnTo>
                  <a:pt x="0" y="13412"/>
                </a:lnTo>
                <a:lnTo>
                  <a:pt x="20838" y="13412"/>
                </a:lnTo>
                <a:cubicBezTo>
                  <a:pt x="20818" y="13307"/>
                  <a:pt x="20802" y="13201"/>
                  <a:pt x="20781" y="13096"/>
                </a:cubicBezTo>
                <a:lnTo>
                  <a:pt x="0" y="13096"/>
                </a:lnTo>
                <a:close/>
                <a:moveTo>
                  <a:pt x="0" y="12278"/>
                </a:moveTo>
                <a:lnTo>
                  <a:pt x="0" y="12594"/>
                </a:lnTo>
                <a:lnTo>
                  <a:pt x="20683" y="12594"/>
                </a:lnTo>
                <a:cubicBezTo>
                  <a:pt x="20662" y="12489"/>
                  <a:pt x="20642" y="12383"/>
                  <a:pt x="20621" y="12278"/>
                </a:cubicBezTo>
                <a:lnTo>
                  <a:pt x="0" y="12278"/>
                </a:lnTo>
                <a:close/>
                <a:moveTo>
                  <a:pt x="0" y="19644"/>
                </a:moveTo>
                <a:lnTo>
                  <a:pt x="0" y="19960"/>
                </a:lnTo>
                <a:lnTo>
                  <a:pt x="21555" y="19960"/>
                </a:lnTo>
                <a:cubicBezTo>
                  <a:pt x="21551" y="19854"/>
                  <a:pt x="21547" y="19749"/>
                  <a:pt x="21539" y="19644"/>
                </a:cubicBezTo>
                <a:lnTo>
                  <a:pt x="0" y="19644"/>
                </a:lnTo>
                <a:close/>
                <a:moveTo>
                  <a:pt x="0" y="11460"/>
                </a:moveTo>
                <a:lnTo>
                  <a:pt x="0" y="11776"/>
                </a:lnTo>
                <a:lnTo>
                  <a:pt x="20515" y="11776"/>
                </a:lnTo>
                <a:cubicBezTo>
                  <a:pt x="20490" y="11671"/>
                  <a:pt x="20470" y="11565"/>
                  <a:pt x="20445" y="11460"/>
                </a:cubicBezTo>
                <a:lnTo>
                  <a:pt x="0" y="11460"/>
                </a:lnTo>
                <a:close/>
                <a:moveTo>
                  <a:pt x="0" y="10642"/>
                </a:moveTo>
                <a:lnTo>
                  <a:pt x="0" y="10958"/>
                </a:lnTo>
                <a:lnTo>
                  <a:pt x="20331" y="10958"/>
                </a:lnTo>
                <a:cubicBezTo>
                  <a:pt x="20306" y="10853"/>
                  <a:pt x="20281" y="10747"/>
                  <a:pt x="20257" y="10642"/>
                </a:cubicBezTo>
                <a:lnTo>
                  <a:pt x="0" y="10642"/>
                </a:lnTo>
                <a:close/>
                <a:moveTo>
                  <a:pt x="0" y="20778"/>
                </a:moveTo>
                <a:lnTo>
                  <a:pt x="21584" y="20778"/>
                </a:lnTo>
                <a:cubicBezTo>
                  <a:pt x="21580" y="20672"/>
                  <a:pt x="21580" y="20567"/>
                  <a:pt x="21575" y="20462"/>
                </a:cubicBezTo>
                <a:lnTo>
                  <a:pt x="0" y="20462"/>
                </a:lnTo>
                <a:lnTo>
                  <a:pt x="0" y="20778"/>
                </a:lnTo>
                <a:close/>
                <a:moveTo>
                  <a:pt x="0" y="16372"/>
                </a:moveTo>
                <a:lnTo>
                  <a:pt x="0" y="16688"/>
                </a:lnTo>
                <a:lnTo>
                  <a:pt x="21309" y="16688"/>
                </a:lnTo>
                <a:cubicBezTo>
                  <a:pt x="21297" y="16583"/>
                  <a:pt x="21285" y="16477"/>
                  <a:pt x="21272" y="16372"/>
                </a:cubicBezTo>
                <a:lnTo>
                  <a:pt x="0" y="16372"/>
                </a:lnTo>
                <a:close/>
                <a:moveTo>
                  <a:pt x="0" y="18826"/>
                </a:moveTo>
                <a:lnTo>
                  <a:pt x="0" y="19142"/>
                </a:lnTo>
                <a:lnTo>
                  <a:pt x="21514" y="19142"/>
                </a:lnTo>
                <a:cubicBezTo>
                  <a:pt x="21506" y="19037"/>
                  <a:pt x="21502" y="18931"/>
                  <a:pt x="21494" y="18826"/>
                </a:cubicBezTo>
                <a:lnTo>
                  <a:pt x="0" y="18826"/>
                </a:lnTo>
                <a:close/>
                <a:moveTo>
                  <a:pt x="0" y="17190"/>
                </a:moveTo>
                <a:lnTo>
                  <a:pt x="0" y="17506"/>
                </a:lnTo>
                <a:lnTo>
                  <a:pt x="21391" y="17506"/>
                </a:lnTo>
                <a:cubicBezTo>
                  <a:pt x="21383" y="17401"/>
                  <a:pt x="21371" y="17295"/>
                  <a:pt x="21362" y="17190"/>
                </a:cubicBezTo>
                <a:lnTo>
                  <a:pt x="0" y="17190"/>
                </a:lnTo>
                <a:close/>
                <a:moveTo>
                  <a:pt x="0" y="18008"/>
                </a:moveTo>
                <a:lnTo>
                  <a:pt x="0" y="18324"/>
                </a:lnTo>
                <a:lnTo>
                  <a:pt x="21461" y="18324"/>
                </a:lnTo>
                <a:cubicBezTo>
                  <a:pt x="21453" y="18219"/>
                  <a:pt x="21444" y="18113"/>
                  <a:pt x="21436" y="18008"/>
                </a:cubicBezTo>
                <a:lnTo>
                  <a:pt x="0" y="18008"/>
                </a:lnTo>
                <a:close/>
                <a:moveTo>
                  <a:pt x="0" y="818"/>
                </a:moveTo>
                <a:lnTo>
                  <a:pt x="0" y="1134"/>
                </a:lnTo>
                <a:lnTo>
                  <a:pt x="16760" y="1134"/>
                </a:lnTo>
                <a:cubicBezTo>
                  <a:pt x="16703" y="1025"/>
                  <a:pt x="16645" y="919"/>
                  <a:pt x="16592" y="818"/>
                </a:cubicBezTo>
                <a:lnTo>
                  <a:pt x="0" y="818"/>
                </a:lnTo>
                <a:close/>
                <a:moveTo>
                  <a:pt x="0" y="4094"/>
                </a:moveTo>
                <a:lnTo>
                  <a:pt x="0" y="4410"/>
                </a:lnTo>
                <a:lnTo>
                  <a:pt x="18267" y="4410"/>
                </a:lnTo>
                <a:cubicBezTo>
                  <a:pt x="18222" y="4305"/>
                  <a:pt x="18181" y="4199"/>
                  <a:pt x="18136" y="4094"/>
                </a:cubicBezTo>
                <a:lnTo>
                  <a:pt x="0" y="4094"/>
                </a:lnTo>
                <a:close/>
                <a:moveTo>
                  <a:pt x="0" y="1636"/>
                </a:moveTo>
                <a:lnTo>
                  <a:pt x="0" y="1952"/>
                </a:lnTo>
                <a:lnTo>
                  <a:pt x="17174" y="1952"/>
                </a:lnTo>
                <a:cubicBezTo>
                  <a:pt x="17120" y="1843"/>
                  <a:pt x="17067" y="1737"/>
                  <a:pt x="17018" y="1636"/>
                </a:cubicBezTo>
                <a:lnTo>
                  <a:pt x="0" y="1636"/>
                </a:lnTo>
                <a:close/>
                <a:moveTo>
                  <a:pt x="0" y="3272"/>
                </a:moveTo>
                <a:lnTo>
                  <a:pt x="0" y="3588"/>
                </a:lnTo>
                <a:lnTo>
                  <a:pt x="17923" y="3588"/>
                </a:lnTo>
                <a:cubicBezTo>
                  <a:pt x="17878" y="3483"/>
                  <a:pt x="17833" y="3377"/>
                  <a:pt x="17784" y="3272"/>
                </a:cubicBezTo>
                <a:lnTo>
                  <a:pt x="0" y="3272"/>
                </a:lnTo>
                <a:close/>
                <a:moveTo>
                  <a:pt x="0" y="2454"/>
                </a:moveTo>
                <a:lnTo>
                  <a:pt x="0" y="2770"/>
                </a:lnTo>
                <a:lnTo>
                  <a:pt x="17563" y="2770"/>
                </a:lnTo>
                <a:cubicBezTo>
                  <a:pt x="17513" y="2660"/>
                  <a:pt x="17464" y="2555"/>
                  <a:pt x="17415" y="2454"/>
                </a:cubicBezTo>
                <a:lnTo>
                  <a:pt x="0" y="2454"/>
                </a:lnTo>
                <a:close/>
                <a:moveTo>
                  <a:pt x="0" y="0"/>
                </a:moveTo>
                <a:lnTo>
                  <a:pt x="0" y="316"/>
                </a:lnTo>
                <a:lnTo>
                  <a:pt x="16314" y="316"/>
                </a:lnTo>
                <a:cubicBezTo>
                  <a:pt x="16248" y="198"/>
                  <a:pt x="16187" y="93"/>
                  <a:pt x="16129" y="0"/>
                </a:cubicBezTo>
                <a:lnTo>
                  <a:pt x="0" y="0"/>
                </a:lnTo>
                <a:close/>
                <a:moveTo>
                  <a:pt x="21592" y="21284"/>
                </a:moveTo>
                <a:lnTo>
                  <a:pt x="0" y="21284"/>
                </a:lnTo>
                <a:lnTo>
                  <a:pt x="0" y="21600"/>
                </a:lnTo>
                <a:lnTo>
                  <a:pt x="21600" y="21600"/>
                </a:lnTo>
                <a:cubicBezTo>
                  <a:pt x="21596" y="21490"/>
                  <a:pt x="21596" y="21385"/>
                  <a:pt x="21592" y="21284"/>
                </a:cubicBezTo>
                <a:close/>
                <a:moveTo>
                  <a:pt x="0" y="6548"/>
                </a:moveTo>
                <a:lnTo>
                  <a:pt x="0" y="6864"/>
                </a:lnTo>
                <a:lnTo>
                  <a:pt x="19172" y="6864"/>
                </a:lnTo>
                <a:cubicBezTo>
                  <a:pt x="19135" y="6759"/>
                  <a:pt x="19102" y="6653"/>
                  <a:pt x="19065" y="6548"/>
                </a:cubicBezTo>
                <a:lnTo>
                  <a:pt x="0" y="6548"/>
                </a:lnTo>
                <a:close/>
                <a:moveTo>
                  <a:pt x="0" y="8184"/>
                </a:moveTo>
                <a:lnTo>
                  <a:pt x="0" y="8500"/>
                </a:lnTo>
                <a:lnTo>
                  <a:pt x="19684" y="8500"/>
                </a:lnTo>
                <a:cubicBezTo>
                  <a:pt x="19651" y="8395"/>
                  <a:pt x="19622" y="8289"/>
                  <a:pt x="19589" y="8184"/>
                </a:cubicBezTo>
                <a:lnTo>
                  <a:pt x="0" y="8184"/>
                </a:lnTo>
                <a:close/>
                <a:moveTo>
                  <a:pt x="0" y="7366"/>
                </a:moveTo>
                <a:lnTo>
                  <a:pt x="0" y="7682"/>
                </a:lnTo>
                <a:lnTo>
                  <a:pt x="19438" y="7682"/>
                </a:lnTo>
                <a:cubicBezTo>
                  <a:pt x="19405" y="7577"/>
                  <a:pt x="19372" y="7471"/>
                  <a:pt x="19336" y="7366"/>
                </a:cubicBezTo>
                <a:lnTo>
                  <a:pt x="0" y="7366"/>
                </a:lnTo>
                <a:close/>
                <a:moveTo>
                  <a:pt x="0" y="9002"/>
                </a:moveTo>
                <a:lnTo>
                  <a:pt x="0" y="9318"/>
                </a:lnTo>
                <a:lnTo>
                  <a:pt x="19917" y="9318"/>
                </a:lnTo>
                <a:cubicBezTo>
                  <a:pt x="19888" y="9213"/>
                  <a:pt x="19860" y="9107"/>
                  <a:pt x="19831" y="9002"/>
                </a:cubicBezTo>
                <a:lnTo>
                  <a:pt x="0" y="9002"/>
                </a:lnTo>
                <a:close/>
                <a:moveTo>
                  <a:pt x="0" y="5730"/>
                </a:moveTo>
                <a:lnTo>
                  <a:pt x="0" y="6046"/>
                </a:lnTo>
                <a:lnTo>
                  <a:pt x="18889" y="6046"/>
                </a:lnTo>
                <a:cubicBezTo>
                  <a:pt x="18852" y="5941"/>
                  <a:pt x="18811" y="5835"/>
                  <a:pt x="18775" y="5730"/>
                </a:cubicBezTo>
                <a:lnTo>
                  <a:pt x="0" y="5730"/>
                </a:lnTo>
                <a:close/>
                <a:moveTo>
                  <a:pt x="0" y="9824"/>
                </a:moveTo>
                <a:lnTo>
                  <a:pt x="0" y="10140"/>
                </a:lnTo>
                <a:lnTo>
                  <a:pt x="20130" y="10140"/>
                </a:lnTo>
                <a:cubicBezTo>
                  <a:pt x="20101" y="10035"/>
                  <a:pt x="20077" y="9929"/>
                  <a:pt x="20048" y="9824"/>
                </a:cubicBezTo>
                <a:lnTo>
                  <a:pt x="0" y="9824"/>
                </a:lnTo>
                <a:close/>
                <a:moveTo>
                  <a:pt x="0" y="4912"/>
                </a:moveTo>
                <a:lnTo>
                  <a:pt x="0" y="5228"/>
                </a:lnTo>
                <a:lnTo>
                  <a:pt x="18586" y="5228"/>
                </a:lnTo>
                <a:cubicBezTo>
                  <a:pt x="18545" y="5123"/>
                  <a:pt x="18504" y="5017"/>
                  <a:pt x="18463" y="4912"/>
                </a:cubicBezTo>
                <a:lnTo>
                  <a:pt x="0" y="4912"/>
                </a:ln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6" name="Google Shape;66;p8"/>
          <p:cNvGrpSpPr/>
          <p:nvPr/>
        </p:nvGrpSpPr>
        <p:grpSpPr>
          <a:xfrm>
            <a:off x="838199" y="1830763"/>
            <a:ext cx="10515602" cy="1741127"/>
            <a:chOff x="838199" y="1830763"/>
            <a:chExt cx="10515602" cy="1741127"/>
          </a:xfrm>
        </p:grpSpPr>
        <p:sp>
          <p:nvSpPr>
            <p:cNvPr id="67" name="Google Shape;67;p8"/>
            <p:cNvSpPr/>
            <p:nvPr/>
          </p:nvSpPr>
          <p:spPr>
            <a:xfrm>
              <a:off x="838199" y="1830763"/>
              <a:ext cx="894312" cy="1741127"/>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68" name="Google Shape;68;p8"/>
            <p:cNvSpPr/>
            <p:nvPr/>
          </p:nvSpPr>
          <p:spPr>
            <a:xfrm>
              <a:off x="838199" y="1830763"/>
              <a:ext cx="894312" cy="1551307"/>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69" name="Google Shape;69;p8"/>
            <p:cNvSpPr/>
            <p:nvPr/>
          </p:nvSpPr>
          <p:spPr>
            <a:xfrm>
              <a:off x="838199" y="1830763"/>
              <a:ext cx="894312" cy="1361486"/>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70" name="Google Shape;70;p8"/>
            <p:cNvSpPr/>
            <p:nvPr/>
          </p:nvSpPr>
          <p:spPr>
            <a:xfrm>
              <a:off x="838199" y="1830763"/>
              <a:ext cx="894312" cy="1171666"/>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71" name="Google Shape;71;p8"/>
            <p:cNvSpPr/>
            <p:nvPr/>
          </p:nvSpPr>
          <p:spPr>
            <a:xfrm>
              <a:off x="838199" y="1830763"/>
              <a:ext cx="894312" cy="981846"/>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72" name="Google Shape;72;p8"/>
            <p:cNvSpPr/>
            <p:nvPr/>
          </p:nvSpPr>
          <p:spPr>
            <a:xfrm>
              <a:off x="838200" y="1830763"/>
              <a:ext cx="894312" cy="78825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73" name="Google Shape;73;p8"/>
            <p:cNvSpPr/>
            <p:nvPr/>
          </p:nvSpPr>
          <p:spPr>
            <a:xfrm>
              <a:off x="1907231" y="1830763"/>
              <a:ext cx="894312" cy="1741127"/>
            </a:xfrm>
            <a:prstGeom prst="rect">
              <a:avLst/>
            </a:prstGeom>
            <a:solidFill>
              <a:srgbClr val="224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74" name="Google Shape;74;p8"/>
            <p:cNvSpPr/>
            <p:nvPr/>
          </p:nvSpPr>
          <p:spPr>
            <a:xfrm>
              <a:off x="1907231" y="1830763"/>
              <a:ext cx="894312" cy="1551307"/>
            </a:xfrm>
            <a:prstGeom prst="rect">
              <a:avLst/>
            </a:prstGeom>
            <a:solidFill>
              <a:srgbClr val="3273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75" name="Google Shape;75;p8"/>
            <p:cNvSpPr/>
            <p:nvPr/>
          </p:nvSpPr>
          <p:spPr>
            <a:xfrm>
              <a:off x="1907231" y="1830763"/>
              <a:ext cx="894312" cy="1361486"/>
            </a:xfrm>
            <a:prstGeom prst="rect">
              <a:avLst/>
            </a:prstGeom>
            <a:solidFill>
              <a:srgbClr val="61AB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76" name="Google Shape;76;p8"/>
            <p:cNvSpPr/>
            <p:nvPr/>
          </p:nvSpPr>
          <p:spPr>
            <a:xfrm>
              <a:off x="1907231" y="1830763"/>
              <a:ext cx="894312" cy="1171666"/>
            </a:xfrm>
            <a:prstGeom prst="rect">
              <a:avLst/>
            </a:prstGeom>
            <a:solidFill>
              <a:srgbClr val="ADD6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77" name="Google Shape;77;p8"/>
            <p:cNvSpPr/>
            <p:nvPr/>
          </p:nvSpPr>
          <p:spPr>
            <a:xfrm>
              <a:off x="1907231" y="1830763"/>
              <a:ext cx="894312" cy="981846"/>
            </a:xfrm>
            <a:prstGeom prst="rect">
              <a:avLst/>
            </a:prstGeom>
            <a:solidFill>
              <a:srgbClr val="DEEE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78" name="Google Shape;78;p8"/>
            <p:cNvSpPr/>
            <p:nvPr/>
          </p:nvSpPr>
          <p:spPr>
            <a:xfrm>
              <a:off x="1907232" y="1830763"/>
              <a:ext cx="894312" cy="78825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79" name="Google Shape;79;p8"/>
            <p:cNvSpPr/>
            <p:nvPr/>
          </p:nvSpPr>
          <p:spPr>
            <a:xfrm>
              <a:off x="2976263" y="1830763"/>
              <a:ext cx="894312" cy="1741127"/>
            </a:xfrm>
            <a:prstGeom prst="rect">
              <a:avLst/>
            </a:prstGeom>
            <a:solidFill>
              <a:srgbClr val="171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80" name="Google Shape;80;p8"/>
            <p:cNvSpPr/>
            <p:nvPr/>
          </p:nvSpPr>
          <p:spPr>
            <a:xfrm>
              <a:off x="2976263" y="1830763"/>
              <a:ext cx="894312" cy="1551307"/>
            </a:xfrm>
            <a:prstGeom prst="rect">
              <a:avLst/>
            </a:prstGeom>
            <a:solidFill>
              <a:srgbClr val="3A38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81" name="Google Shape;81;p8"/>
            <p:cNvSpPr/>
            <p:nvPr/>
          </p:nvSpPr>
          <p:spPr>
            <a:xfrm>
              <a:off x="2976263" y="1830763"/>
              <a:ext cx="894312" cy="1361486"/>
            </a:xfrm>
            <a:prstGeom prst="rect">
              <a:avLst/>
            </a:prstGeom>
            <a:solidFill>
              <a:srgbClr val="7570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82" name="Google Shape;82;p8"/>
            <p:cNvSpPr/>
            <p:nvPr/>
          </p:nvSpPr>
          <p:spPr>
            <a:xfrm>
              <a:off x="2976263" y="1830763"/>
              <a:ext cx="894312" cy="1171666"/>
            </a:xfrm>
            <a:prstGeom prst="rect">
              <a:avLst/>
            </a:prstGeom>
            <a:solidFill>
              <a:srgbClr val="AE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83" name="Google Shape;83;p8"/>
            <p:cNvSpPr/>
            <p:nvPr/>
          </p:nvSpPr>
          <p:spPr>
            <a:xfrm>
              <a:off x="2976263" y="1830763"/>
              <a:ext cx="894312" cy="981846"/>
            </a:xfrm>
            <a:prstGeom prst="rect">
              <a:avLst/>
            </a:prstGeom>
            <a:solidFill>
              <a:srgbClr val="D0CEC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84" name="Google Shape;84;p8"/>
            <p:cNvSpPr/>
            <p:nvPr/>
          </p:nvSpPr>
          <p:spPr>
            <a:xfrm>
              <a:off x="2976264" y="1830763"/>
              <a:ext cx="894312" cy="7882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85" name="Google Shape;85;p8"/>
            <p:cNvSpPr/>
            <p:nvPr/>
          </p:nvSpPr>
          <p:spPr>
            <a:xfrm>
              <a:off x="4045295" y="1830763"/>
              <a:ext cx="894312" cy="1741127"/>
            </a:xfrm>
            <a:prstGeom prst="rect">
              <a:avLst/>
            </a:prstGeom>
            <a:solidFill>
              <a:srgbClr val="224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86" name="Google Shape;86;p8"/>
            <p:cNvSpPr/>
            <p:nvPr/>
          </p:nvSpPr>
          <p:spPr>
            <a:xfrm>
              <a:off x="4045295" y="1830763"/>
              <a:ext cx="894312" cy="1551307"/>
            </a:xfrm>
            <a:prstGeom prst="rect">
              <a:avLst/>
            </a:prstGeom>
            <a:solidFill>
              <a:srgbClr val="3273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87" name="Google Shape;87;p8"/>
            <p:cNvSpPr/>
            <p:nvPr/>
          </p:nvSpPr>
          <p:spPr>
            <a:xfrm>
              <a:off x="4045295" y="1830763"/>
              <a:ext cx="894312" cy="1361486"/>
            </a:xfrm>
            <a:prstGeom prst="rect">
              <a:avLst/>
            </a:prstGeom>
            <a:solidFill>
              <a:srgbClr val="61AB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88" name="Google Shape;88;p8"/>
            <p:cNvSpPr/>
            <p:nvPr/>
          </p:nvSpPr>
          <p:spPr>
            <a:xfrm>
              <a:off x="4045295" y="1830763"/>
              <a:ext cx="894312" cy="1171666"/>
            </a:xfrm>
            <a:prstGeom prst="rect">
              <a:avLst/>
            </a:prstGeom>
            <a:solidFill>
              <a:srgbClr val="ADD6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89" name="Google Shape;89;p8"/>
            <p:cNvSpPr/>
            <p:nvPr/>
          </p:nvSpPr>
          <p:spPr>
            <a:xfrm>
              <a:off x="4045295" y="1830763"/>
              <a:ext cx="894312" cy="981846"/>
            </a:xfrm>
            <a:prstGeom prst="rect">
              <a:avLst/>
            </a:prstGeom>
            <a:solidFill>
              <a:srgbClr val="DEEE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90" name="Google Shape;90;p8"/>
            <p:cNvSpPr/>
            <p:nvPr/>
          </p:nvSpPr>
          <p:spPr>
            <a:xfrm>
              <a:off x="4045296" y="1830763"/>
              <a:ext cx="894312" cy="788259"/>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91" name="Google Shape;91;p8"/>
            <p:cNvSpPr/>
            <p:nvPr/>
          </p:nvSpPr>
          <p:spPr>
            <a:xfrm>
              <a:off x="5114327" y="1830763"/>
              <a:ext cx="894312" cy="1741127"/>
            </a:xfrm>
            <a:prstGeom prst="rect">
              <a:avLst/>
            </a:prstGeom>
            <a:solidFill>
              <a:srgbClr val="3A515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92" name="Google Shape;92;p8"/>
            <p:cNvSpPr/>
            <p:nvPr/>
          </p:nvSpPr>
          <p:spPr>
            <a:xfrm>
              <a:off x="5114327" y="1830763"/>
              <a:ext cx="894312" cy="1551307"/>
            </a:xfrm>
            <a:prstGeom prst="rect">
              <a:avLst/>
            </a:prstGeom>
            <a:solidFill>
              <a:srgbClr val="577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93" name="Google Shape;93;p8"/>
            <p:cNvSpPr/>
            <p:nvPr/>
          </p:nvSpPr>
          <p:spPr>
            <a:xfrm>
              <a:off x="5114327" y="1830763"/>
              <a:ext cx="894312" cy="1361486"/>
            </a:xfrm>
            <a:prstGeom prst="rect">
              <a:avLst/>
            </a:prstGeom>
            <a:solidFill>
              <a:srgbClr val="AFC4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94" name="Google Shape;94;p8"/>
            <p:cNvSpPr/>
            <p:nvPr/>
          </p:nvSpPr>
          <p:spPr>
            <a:xfrm>
              <a:off x="5114327" y="1830763"/>
              <a:ext cx="894312" cy="1171666"/>
            </a:xfrm>
            <a:prstGeom prst="rect">
              <a:avLst/>
            </a:prstGeom>
            <a:solidFill>
              <a:srgbClr val="C9D7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95" name="Google Shape;95;p8"/>
            <p:cNvSpPr/>
            <p:nvPr/>
          </p:nvSpPr>
          <p:spPr>
            <a:xfrm>
              <a:off x="5114327" y="1830763"/>
              <a:ext cx="894312" cy="981846"/>
            </a:xfrm>
            <a:prstGeom prst="rect">
              <a:avLst/>
            </a:prstGeom>
            <a:solidFill>
              <a:srgbClr val="E4EB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96" name="Google Shape;96;p8"/>
            <p:cNvSpPr/>
            <p:nvPr/>
          </p:nvSpPr>
          <p:spPr>
            <a:xfrm>
              <a:off x="5114328" y="1830763"/>
              <a:ext cx="894312" cy="78825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97" name="Google Shape;97;p8"/>
            <p:cNvSpPr/>
            <p:nvPr/>
          </p:nvSpPr>
          <p:spPr>
            <a:xfrm>
              <a:off x="6183359" y="1830763"/>
              <a:ext cx="894312" cy="1741127"/>
            </a:xfrm>
            <a:prstGeom prst="rect">
              <a:avLst/>
            </a:prstGeom>
            <a:solidFill>
              <a:srgbClr val="3E644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98" name="Google Shape;98;p8"/>
            <p:cNvSpPr/>
            <p:nvPr/>
          </p:nvSpPr>
          <p:spPr>
            <a:xfrm>
              <a:off x="6183359" y="1830763"/>
              <a:ext cx="894312" cy="1551307"/>
            </a:xfrm>
            <a:prstGeom prst="rect">
              <a:avLst/>
            </a:prstGeom>
            <a:solidFill>
              <a:srgbClr val="5D97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99" name="Google Shape;99;p8"/>
            <p:cNvSpPr/>
            <p:nvPr/>
          </p:nvSpPr>
          <p:spPr>
            <a:xfrm>
              <a:off x="6183359" y="1830763"/>
              <a:ext cx="894312" cy="1361486"/>
            </a:xfrm>
            <a:prstGeom prst="rect">
              <a:avLst/>
            </a:prstGeom>
            <a:solidFill>
              <a:srgbClr val="BAD4B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00" name="Google Shape;100;p8"/>
            <p:cNvSpPr/>
            <p:nvPr/>
          </p:nvSpPr>
          <p:spPr>
            <a:xfrm>
              <a:off x="6183359" y="1830763"/>
              <a:ext cx="894312" cy="1171666"/>
            </a:xfrm>
            <a:prstGeom prst="rect">
              <a:avLst/>
            </a:prstGeom>
            <a:solidFill>
              <a:srgbClr val="D0E2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01" name="Google Shape;101;p8"/>
            <p:cNvSpPr/>
            <p:nvPr/>
          </p:nvSpPr>
          <p:spPr>
            <a:xfrm>
              <a:off x="6183359" y="1830763"/>
              <a:ext cx="894312" cy="981846"/>
            </a:xfrm>
            <a:prstGeom prst="rect">
              <a:avLst/>
            </a:prstGeom>
            <a:solidFill>
              <a:srgbClr val="E7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02" name="Google Shape;102;p8"/>
            <p:cNvSpPr/>
            <p:nvPr/>
          </p:nvSpPr>
          <p:spPr>
            <a:xfrm>
              <a:off x="6183360" y="1830763"/>
              <a:ext cx="894312" cy="78825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03" name="Google Shape;103;p8"/>
            <p:cNvSpPr/>
            <p:nvPr/>
          </p:nvSpPr>
          <p:spPr>
            <a:xfrm>
              <a:off x="7252391" y="1830763"/>
              <a:ext cx="894312" cy="1741127"/>
            </a:xfrm>
            <a:prstGeom prst="rect">
              <a:avLst/>
            </a:prstGeom>
            <a:solidFill>
              <a:srgbClr val="6C47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04" name="Google Shape;104;p8"/>
            <p:cNvSpPr/>
            <p:nvPr/>
          </p:nvSpPr>
          <p:spPr>
            <a:xfrm>
              <a:off x="7252391" y="1830763"/>
              <a:ext cx="894312" cy="1551307"/>
            </a:xfrm>
            <a:prstGeom prst="rect">
              <a:avLst/>
            </a:prstGeom>
            <a:solidFill>
              <a:srgbClr val="A26B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05" name="Google Shape;105;p8"/>
            <p:cNvSpPr/>
            <p:nvPr/>
          </p:nvSpPr>
          <p:spPr>
            <a:xfrm>
              <a:off x="7252391" y="1830763"/>
              <a:ext cx="894312" cy="1361486"/>
            </a:xfrm>
            <a:prstGeom prst="rect">
              <a:avLst/>
            </a:prstGeom>
            <a:solidFill>
              <a:srgbClr val="F4BE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06" name="Google Shape;106;p8"/>
            <p:cNvSpPr/>
            <p:nvPr/>
          </p:nvSpPr>
          <p:spPr>
            <a:xfrm>
              <a:off x="7252391" y="1830763"/>
              <a:ext cx="894312" cy="1171666"/>
            </a:xfrm>
            <a:prstGeom prst="rect">
              <a:avLst/>
            </a:prstGeom>
            <a:solidFill>
              <a:srgbClr val="F7D49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07" name="Google Shape;107;p8"/>
            <p:cNvSpPr/>
            <p:nvPr/>
          </p:nvSpPr>
          <p:spPr>
            <a:xfrm>
              <a:off x="7252391" y="1830763"/>
              <a:ext cx="894312" cy="981846"/>
            </a:xfrm>
            <a:prstGeom prst="rect">
              <a:avLst/>
            </a:prstGeom>
            <a:solidFill>
              <a:srgbClr val="FBE9C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08" name="Google Shape;108;p8"/>
            <p:cNvSpPr/>
            <p:nvPr/>
          </p:nvSpPr>
          <p:spPr>
            <a:xfrm>
              <a:off x="7252392" y="1830763"/>
              <a:ext cx="894312" cy="788259"/>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09" name="Google Shape;109;p8"/>
            <p:cNvSpPr/>
            <p:nvPr/>
          </p:nvSpPr>
          <p:spPr>
            <a:xfrm>
              <a:off x="8321423" y="1830763"/>
              <a:ext cx="894312" cy="1741127"/>
            </a:xfrm>
            <a:prstGeom prst="rect">
              <a:avLst/>
            </a:prstGeom>
            <a:solidFill>
              <a:srgbClr val="785B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10" name="Google Shape;110;p8"/>
            <p:cNvSpPr/>
            <p:nvPr/>
          </p:nvSpPr>
          <p:spPr>
            <a:xfrm>
              <a:off x="8321423" y="1830763"/>
              <a:ext cx="894312" cy="1551307"/>
            </a:xfrm>
            <a:prstGeom prst="rect">
              <a:avLst/>
            </a:prstGeom>
            <a:solidFill>
              <a:srgbClr val="B489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11" name="Google Shape;111;p8"/>
            <p:cNvSpPr/>
            <p:nvPr/>
          </p:nvSpPr>
          <p:spPr>
            <a:xfrm>
              <a:off x="8321423" y="1830763"/>
              <a:ext cx="894312" cy="1361486"/>
            </a:xfrm>
            <a:prstGeom prst="rect">
              <a:avLst/>
            </a:prstGeom>
            <a:solidFill>
              <a:srgbClr val="FFD75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12" name="Google Shape;112;p8"/>
            <p:cNvSpPr/>
            <p:nvPr/>
          </p:nvSpPr>
          <p:spPr>
            <a:xfrm>
              <a:off x="8321423" y="1830763"/>
              <a:ext cx="894312" cy="1171666"/>
            </a:xfrm>
            <a:prstGeom prst="rect">
              <a:avLst/>
            </a:prstGeom>
            <a:solidFill>
              <a:srgbClr val="FFE5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13" name="Google Shape;113;p8"/>
            <p:cNvSpPr/>
            <p:nvPr/>
          </p:nvSpPr>
          <p:spPr>
            <a:xfrm>
              <a:off x="8321423" y="1830763"/>
              <a:ext cx="894312" cy="981846"/>
            </a:xfrm>
            <a:prstGeom prst="rect">
              <a:avLst/>
            </a:prstGeom>
            <a:solidFill>
              <a:srgbClr val="FEF1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14" name="Google Shape;114;p8"/>
            <p:cNvSpPr/>
            <p:nvPr/>
          </p:nvSpPr>
          <p:spPr>
            <a:xfrm>
              <a:off x="8321424" y="1830763"/>
              <a:ext cx="894312" cy="78825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15" name="Google Shape;115;p8"/>
            <p:cNvSpPr/>
            <p:nvPr/>
          </p:nvSpPr>
          <p:spPr>
            <a:xfrm>
              <a:off x="9390455" y="1830763"/>
              <a:ext cx="894312" cy="1741127"/>
            </a:xfrm>
            <a:prstGeom prst="rect">
              <a:avLst/>
            </a:prstGeom>
            <a:solidFill>
              <a:srgbClr val="2C3F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16" name="Google Shape;116;p8"/>
            <p:cNvSpPr/>
            <p:nvPr/>
          </p:nvSpPr>
          <p:spPr>
            <a:xfrm>
              <a:off x="9390455" y="1830763"/>
              <a:ext cx="894312" cy="1551307"/>
            </a:xfrm>
            <a:prstGeom prst="rect">
              <a:avLst/>
            </a:prstGeom>
            <a:solidFill>
              <a:srgbClr val="425E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17" name="Google Shape;117;p8"/>
            <p:cNvSpPr/>
            <p:nvPr/>
          </p:nvSpPr>
          <p:spPr>
            <a:xfrm>
              <a:off x="9390455" y="1830763"/>
              <a:ext cx="894312" cy="1361486"/>
            </a:xfrm>
            <a:prstGeom prst="rect">
              <a:avLst/>
            </a:prstGeom>
            <a:solidFill>
              <a:srgbClr val="96B2B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18" name="Google Shape;118;p8"/>
            <p:cNvSpPr/>
            <p:nvPr/>
          </p:nvSpPr>
          <p:spPr>
            <a:xfrm>
              <a:off x="9390455" y="1830763"/>
              <a:ext cx="894312" cy="1171666"/>
            </a:xfrm>
            <a:prstGeom prst="rect">
              <a:avLst/>
            </a:prstGeom>
            <a:solidFill>
              <a:srgbClr val="B9CC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19" name="Google Shape;119;p8"/>
            <p:cNvSpPr/>
            <p:nvPr/>
          </p:nvSpPr>
          <p:spPr>
            <a:xfrm>
              <a:off x="9390455" y="1830763"/>
              <a:ext cx="894312" cy="981846"/>
            </a:xfrm>
            <a:prstGeom prst="rect">
              <a:avLst/>
            </a:prstGeom>
            <a:solidFill>
              <a:srgbClr val="DBE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20" name="Google Shape;120;p8"/>
            <p:cNvSpPr/>
            <p:nvPr/>
          </p:nvSpPr>
          <p:spPr>
            <a:xfrm>
              <a:off x="9390456" y="1830763"/>
              <a:ext cx="894312" cy="788259"/>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21" name="Google Shape;121;p8"/>
            <p:cNvSpPr/>
            <p:nvPr/>
          </p:nvSpPr>
          <p:spPr>
            <a:xfrm>
              <a:off x="10459488" y="1830763"/>
              <a:ext cx="894312" cy="1741127"/>
            </a:xfrm>
            <a:prstGeom prst="rect">
              <a:avLst/>
            </a:prstGeom>
            <a:solidFill>
              <a:srgbClr val="3856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22" name="Google Shape;122;p8"/>
            <p:cNvSpPr/>
            <p:nvPr/>
          </p:nvSpPr>
          <p:spPr>
            <a:xfrm>
              <a:off x="10459488" y="1830763"/>
              <a:ext cx="894312" cy="155130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23" name="Google Shape;123;p8"/>
            <p:cNvSpPr/>
            <p:nvPr/>
          </p:nvSpPr>
          <p:spPr>
            <a:xfrm>
              <a:off x="10459488" y="1830763"/>
              <a:ext cx="894312" cy="1361486"/>
            </a:xfrm>
            <a:prstGeom prst="rect">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24" name="Google Shape;124;p8"/>
            <p:cNvSpPr/>
            <p:nvPr/>
          </p:nvSpPr>
          <p:spPr>
            <a:xfrm>
              <a:off x="10459488" y="1830763"/>
              <a:ext cx="894312" cy="1171666"/>
            </a:xfrm>
            <a:prstGeom prst="rect">
              <a:avLst/>
            </a:prstGeom>
            <a:solidFill>
              <a:srgbClr val="C4E0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25" name="Google Shape;125;p8"/>
            <p:cNvSpPr/>
            <p:nvPr/>
          </p:nvSpPr>
          <p:spPr>
            <a:xfrm>
              <a:off x="10459488" y="1830763"/>
              <a:ext cx="894312" cy="981846"/>
            </a:xfrm>
            <a:prstGeom prst="rect">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26" name="Google Shape;126;p8"/>
            <p:cNvSpPr/>
            <p:nvPr/>
          </p:nvSpPr>
          <p:spPr>
            <a:xfrm>
              <a:off x="10459489" y="1830763"/>
              <a:ext cx="894312" cy="788259"/>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sp>
        <p:nvSpPr>
          <p:cNvPr id="127" name="Google Shape;12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8"/>
          <p:cNvSpPr txBox="1"/>
          <p:nvPr>
            <p:ph idx="1" type="body"/>
          </p:nvPr>
        </p:nvSpPr>
        <p:spPr>
          <a:xfrm>
            <a:off x="838199" y="3709150"/>
            <a:ext cx="10515600" cy="132588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4400"/>
              <a:buNone/>
              <a:defRPr b="1" sz="4400">
                <a:latin typeface="Calibri"/>
                <a:ea typeface="Calibri"/>
                <a:cs typeface="Calibri"/>
                <a:sym typeface="Calibri"/>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 name="Google Shape;129;p8"/>
          <p:cNvSpPr txBox="1"/>
          <p:nvPr/>
        </p:nvSpPr>
        <p:spPr>
          <a:xfrm>
            <a:off x="4677206" y="4033186"/>
            <a:ext cx="2435282" cy="264687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600">
                <a:solidFill>
                  <a:schemeClr val="dk1"/>
                </a:solidFill>
                <a:latin typeface="Calibri"/>
                <a:ea typeface="Calibri"/>
                <a:cs typeface="Calibri"/>
                <a:sym typeface="Calibri"/>
              </a:rPr>
              <a:t>Aa</a:t>
            </a:r>
            <a:endParaRPr/>
          </a:p>
        </p:txBody>
      </p:sp>
      <p:sp>
        <p:nvSpPr>
          <p:cNvPr id="130" name="Google Shape;130;p8"/>
          <p:cNvSpPr txBox="1"/>
          <p:nvPr>
            <p:ph idx="2" type="body"/>
          </p:nvPr>
        </p:nvSpPr>
        <p:spPr>
          <a:xfrm>
            <a:off x="4697757" y="6124726"/>
            <a:ext cx="2394180" cy="564999"/>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800"/>
              <a:buNone/>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31" name="Shape 13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hyperlink" Target="http://www.presentationgo.com/" TargetMode="External"/><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8.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1"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12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98D90"/>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98D90"/>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98D90"/>
                </a:solidFill>
                <a:latin typeface="Calibri"/>
                <a:ea typeface="Calibri"/>
                <a:cs typeface="Calibri"/>
                <a:sym typeface="Calibri"/>
              </a:defRPr>
            </a:lvl1pPr>
            <a:lvl2pPr indent="0" lvl="1" marL="0" marR="0" rtl="0" algn="r">
              <a:spcBef>
                <a:spcPts val="0"/>
              </a:spcBef>
              <a:buNone/>
              <a:defRPr b="0" i="0" sz="1200" u="none" cap="none" strike="noStrike">
                <a:solidFill>
                  <a:srgbClr val="898D90"/>
                </a:solidFill>
                <a:latin typeface="Calibri"/>
                <a:ea typeface="Calibri"/>
                <a:cs typeface="Calibri"/>
                <a:sym typeface="Calibri"/>
              </a:defRPr>
            </a:lvl2pPr>
            <a:lvl3pPr indent="0" lvl="2" marL="0" marR="0" rtl="0" algn="r">
              <a:spcBef>
                <a:spcPts val="0"/>
              </a:spcBef>
              <a:buNone/>
              <a:defRPr b="0" i="0" sz="1200" u="none" cap="none" strike="noStrike">
                <a:solidFill>
                  <a:srgbClr val="898D90"/>
                </a:solidFill>
                <a:latin typeface="Calibri"/>
                <a:ea typeface="Calibri"/>
                <a:cs typeface="Calibri"/>
                <a:sym typeface="Calibri"/>
              </a:defRPr>
            </a:lvl3pPr>
            <a:lvl4pPr indent="0" lvl="3" marL="0" marR="0" rtl="0" algn="r">
              <a:spcBef>
                <a:spcPts val="0"/>
              </a:spcBef>
              <a:buNone/>
              <a:defRPr b="0" i="0" sz="1200" u="none" cap="none" strike="noStrike">
                <a:solidFill>
                  <a:srgbClr val="898D90"/>
                </a:solidFill>
                <a:latin typeface="Calibri"/>
                <a:ea typeface="Calibri"/>
                <a:cs typeface="Calibri"/>
                <a:sym typeface="Calibri"/>
              </a:defRPr>
            </a:lvl4pPr>
            <a:lvl5pPr indent="0" lvl="4" marL="0" marR="0" rtl="0" algn="r">
              <a:spcBef>
                <a:spcPts val="0"/>
              </a:spcBef>
              <a:buNone/>
              <a:defRPr b="0" i="0" sz="1200" u="none" cap="none" strike="noStrike">
                <a:solidFill>
                  <a:srgbClr val="898D90"/>
                </a:solidFill>
                <a:latin typeface="Calibri"/>
                <a:ea typeface="Calibri"/>
                <a:cs typeface="Calibri"/>
                <a:sym typeface="Calibri"/>
              </a:defRPr>
            </a:lvl5pPr>
            <a:lvl6pPr indent="0" lvl="5" marL="0" marR="0" rtl="0" algn="r">
              <a:spcBef>
                <a:spcPts val="0"/>
              </a:spcBef>
              <a:buNone/>
              <a:defRPr b="0" i="0" sz="1200" u="none" cap="none" strike="noStrike">
                <a:solidFill>
                  <a:srgbClr val="898D90"/>
                </a:solidFill>
                <a:latin typeface="Calibri"/>
                <a:ea typeface="Calibri"/>
                <a:cs typeface="Calibri"/>
                <a:sym typeface="Calibri"/>
              </a:defRPr>
            </a:lvl6pPr>
            <a:lvl7pPr indent="0" lvl="6" marL="0" marR="0" rtl="0" algn="r">
              <a:spcBef>
                <a:spcPts val="0"/>
              </a:spcBef>
              <a:buNone/>
              <a:defRPr b="0" i="0" sz="1200" u="none" cap="none" strike="noStrike">
                <a:solidFill>
                  <a:srgbClr val="898D90"/>
                </a:solidFill>
                <a:latin typeface="Calibri"/>
                <a:ea typeface="Calibri"/>
                <a:cs typeface="Calibri"/>
                <a:sym typeface="Calibri"/>
              </a:defRPr>
            </a:lvl7pPr>
            <a:lvl8pPr indent="0" lvl="7" marL="0" marR="0" rtl="0" algn="r">
              <a:spcBef>
                <a:spcPts val="0"/>
              </a:spcBef>
              <a:buNone/>
              <a:defRPr b="0" i="0" sz="1200" u="none" cap="none" strike="noStrike">
                <a:solidFill>
                  <a:srgbClr val="898D90"/>
                </a:solidFill>
                <a:latin typeface="Calibri"/>
                <a:ea typeface="Calibri"/>
                <a:cs typeface="Calibri"/>
                <a:sym typeface="Calibri"/>
              </a:defRPr>
            </a:lvl8pPr>
            <a:lvl9pPr indent="0" lvl="8" marL="0" marR="0" rtl="0" algn="r">
              <a:spcBef>
                <a:spcPts val="0"/>
              </a:spcBef>
              <a:buNone/>
              <a:defRPr b="0" i="0" sz="1200" u="none" cap="none" strike="noStrike">
                <a:solidFill>
                  <a:srgbClr val="898D9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
          <p:cNvSpPr/>
          <p:nvPr/>
        </p:nvSpPr>
        <p:spPr>
          <a:xfrm>
            <a:off x="-12701" y="7007226"/>
            <a:ext cx="1661032" cy="2616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1"/>
                </a:solidFill>
                <a:latin typeface="Open Sans"/>
                <a:ea typeface="Open Sans"/>
                <a:cs typeface="Open Sans"/>
                <a:sym typeface="Open Sans"/>
              </a:rPr>
              <a:t>© </a:t>
            </a:r>
            <a:r>
              <a:rPr b="0" i="0" lang="en-US" sz="1100" u="sng" cap="none" strike="noStrike">
                <a:solidFill>
                  <a:schemeClr val="hlink"/>
                </a:solidFill>
                <a:latin typeface="Open Sans"/>
                <a:ea typeface="Open Sans"/>
                <a:cs typeface="Open Sans"/>
                <a:sym typeface="Open Sans"/>
                <a:hlinkClick r:id="rId1"/>
              </a:rPr>
              <a:t>presentationgo.com</a:t>
            </a:r>
            <a:endParaRPr sz="1100">
              <a:solidFill>
                <a:schemeClr val="accent1"/>
              </a:solidFill>
              <a:latin typeface="Calibri"/>
              <a:ea typeface="Calibri"/>
              <a:cs typeface="Calibri"/>
              <a:sym typeface="Calibri"/>
            </a:endParaRPr>
          </a:p>
        </p:txBody>
      </p:sp>
      <p:grpSp>
        <p:nvGrpSpPr>
          <p:cNvPr id="16" name="Google Shape;16;p1"/>
          <p:cNvGrpSpPr/>
          <p:nvPr/>
        </p:nvGrpSpPr>
        <p:grpSpPr>
          <a:xfrm>
            <a:off x="-1654908" y="-16654"/>
            <a:ext cx="1569183" cy="612144"/>
            <a:chOff x="-2096383" y="21447"/>
            <a:chExt cx="1569183" cy="612144"/>
          </a:xfrm>
        </p:grpSpPr>
        <p:sp>
          <p:nvSpPr>
            <p:cNvPr id="17" name="Google Shape;17;p1"/>
            <p:cNvSpPr txBox="1"/>
            <p:nvPr/>
          </p:nvSpPr>
          <p:spPr>
            <a:xfrm>
              <a:off x="-2096383" y="21447"/>
              <a:ext cx="365806"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Open Sans"/>
                  <a:ea typeface="Open Sans"/>
                  <a:cs typeface="Open Sans"/>
                  <a:sym typeface="Open Sans"/>
                </a:rPr>
                <a:t>By:</a:t>
              </a:r>
              <a:endParaRPr/>
            </a:p>
          </p:txBody>
        </p:sp>
        <p:sp>
          <p:nvSpPr>
            <p:cNvPr id="18" name="Google Shape;18;p1"/>
            <p:cNvSpPr txBox="1"/>
            <p:nvPr/>
          </p:nvSpPr>
          <p:spPr>
            <a:xfrm>
              <a:off x="-1002010" y="387370"/>
              <a:ext cx="474810"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Open Sans"/>
                  <a:ea typeface="Open Sans"/>
                  <a:cs typeface="Open Sans"/>
                  <a:sym typeface="Open Sans"/>
                </a:rPr>
                <a:t>.com</a:t>
              </a:r>
              <a:endParaRPr/>
            </a:p>
          </p:txBody>
        </p:sp>
        <p:pic>
          <p:nvPicPr>
            <p:cNvPr id="19" name="Google Shape;19;p1"/>
            <p:cNvPicPr preferRelativeResize="0"/>
            <p:nvPr/>
          </p:nvPicPr>
          <p:blipFill rotWithShape="1">
            <a:blip r:embed="rId2">
              <a:alphaModFix/>
            </a:blip>
            <a:srcRect b="0" l="0" r="0" t="0"/>
            <a:stretch/>
          </p:blipFill>
          <p:spPr>
            <a:xfrm>
              <a:off x="-2018604" y="234547"/>
              <a:ext cx="1405251" cy="185944"/>
            </a:xfrm>
            <a:prstGeom prst="rect">
              <a:avLst/>
            </a:prstGeom>
            <a:noFill/>
            <a:ln>
              <a:noFill/>
            </a:ln>
          </p:spPr>
        </p:pic>
      </p:gr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1.png"/><Relationship Id="rId6" Type="http://schemas.openxmlformats.org/officeDocument/2006/relationships/image" Target="../media/image19.png"/><Relationship Id="rId7"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gif"/><Relationship Id="rId4" Type="http://schemas.openxmlformats.org/officeDocument/2006/relationships/image" Target="../media/image4.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9.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7.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F0"/>
        </a:solidFill>
      </p:bgPr>
    </p:bg>
    <p:spTree>
      <p:nvGrpSpPr>
        <p:cNvPr id="136" name="Shape 136"/>
        <p:cNvGrpSpPr/>
        <p:nvPr/>
      </p:nvGrpSpPr>
      <p:grpSpPr>
        <a:xfrm>
          <a:off x="0" y="0"/>
          <a:ext cx="0" cy="0"/>
          <a:chOff x="0" y="0"/>
          <a:chExt cx="0" cy="0"/>
        </a:xfrm>
      </p:grpSpPr>
      <p:sp>
        <p:nvSpPr>
          <p:cNvPr id="137" name="Google Shape;137;p10"/>
          <p:cNvSpPr/>
          <p:nvPr/>
        </p:nvSpPr>
        <p:spPr>
          <a:xfrm>
            <a:off x="0" y="0"/>
            <a:ext cx="12192000" cy="6858000"/>
          </a:xfrm>
          <a:custGeom>
            <a:rect b="b" l="l" r="r" t="t"/>
            <a:pathLst>
              <a:path extrusionOk="0" h="6858000" w="12192000">
                <a:moveTo>
                  <a:pt x="8510069" y="981470"/>
                </a:moveTo>
                <a:cubicBezTo>
                  <a:pt x="8161859" y="989454"/>
                  <a:pt x="7816951" y="1126963"/>
                  <a:pt x="7496528" y="1437632"/>
                </a:cubicBezTo>
                <a:cubicBezTo>
                  <a:pt x="7496528" y="1437632"/>
                  <a:pt x="6246123" y="2523311"/>
                  <a:pt x="6040645" y="4717122"/>
                </a:cubicBezTo>
                <a:cubicBezTo>
                  <a:pt x="5835168" y="6910588"/>
                  <a:pt x="9607371" y="6069817"/>
                  <a:pt x="11103974" y="5311604"/>
                </a:cubicBezTo>
                <a:cubicBezTo>
                  <a:pt x="12366997" y="4672152"/>
                  <a:pt x="10390401" y="938354"/>
                  <a:pt x="8510069" y="981470"/>
                </a:cubicBez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10"/>
          <p:cNvSpPr/>
          <p:nvPr/>
        </p:nvSpPr>
        <p:spPr>
          <a:xfrm rot="10800000">
            <a:off x="9613898" y="179347"/>
            <a:ext cx="2578101" cy="6542128"/>
          </a:xfrm>
          <a:custGeom>
            <a:rect b="b" l="l" r="r" t="t"/>
            <a:pathLst>
              <a:path extrusionOk="0" h="6542128" w="2578101">
                <a:moveTo>
                  <a:pt x="1947182" y="95709"/>
                </a:moveTo>
                <a:lnTo>
                  <a:pt x="0" y="95709"/>
                </a:lnTo>
                <a:lnTo>
                  <a:pt x="0" y="0"/>
                </a:lnTo>
                <a:lnTo>
                  <a:pt x="1925101" y="0"/>
                </a:lnTo>
                <a:cubicBezTo>
                  <a:pt x="1932024" y="28168"/>
                  <a:pt x="1939305" y="59970"/>
                  <a:pt x="1947182" y="95709"/>
                </a:cubicBezTo>
                <a:close/>
                <a:moveTo>
                  <a:pt x="2000415" y="343462"/>
                </a:moveTo>
                <a:lnTo>
                  <a:pt x="0" y="343462"/>
                </a:lnTo>
                <a:lnTo>
                  <a:pt x="0" y="247753"/>
                </a:lnTo>
                <a:lnTo>
                  <a:pt x="1980363" y="247753"/>
                </a:lnTo>
                <a:cubicBezTo>
                  <a:pt x="1986689" y="278344"/>
                  <a:pt x="1993612" y="310448"/>
                  <a:pt x="2000415" y="343462"/>
                </a:cubicBezTo>
                <a:close/>
                <a:moveTo>
                  <a:pt x="2049829" y="591215"/>
                </a:moveTo>
                <a:lnTo>
                  <a:pt x="0" y="591215"/>
                </a:lnTo>
                <a:lnTo>
                  <a:pt x="0" y="495506"/>
                </a:lnTo>
                <a:lnTo>
                  <a:pt x="2031209" y="495506"/>
                </a:lnTo>
                <a:cubicBezTo>
                  <a:pt x="2037058" y="526096"/>
                  <a:pt x="2043384" y="558201"/>
                  <a:pt x="2049829" y="591215"/>
                </a:cubicBezTo>
                <a:close/>
                <a:moveTo>
                  <a:pt x="2096259" y="838968"/>
                </a:moveTo>
                <a:lnTo>
                  <a:pt x="0" y="838968"/>
                </a:lnTo>
                <a:lnTo>
                  <a:pt x="0" y="743259"/>
                </a:lnTo>
                <a:lnTo>
                  <a:pt x="2078594" y="743259"/>
                </a:lnTo>
                <a:cubicBezTo>
                  <a:pt x="2084442" y="773849"/>
                  <a:pt x="2090291" y="805651"/>
                  <a:pt x="2096259" y="838968"/>
                </a:cubicBezTo>
                <a:close/>
                <a:moveTo>
                  <a:pt x="1858485" y="1086720"/>
                </a:moveTo>
                <a:lnTo>
                  <a:pt x="0" y="1086720"/>
                </a:lnTo>
                <a:lnTo>
                  <a:pt x="0" y="991011"/>
                </a:lnTo>
                <a:lnTo>
                  <a:pt x="2122637" y="991011"/>
                </a:lnTo>
                <a:lnTo>
                  <a:pt x="2123653" y="996871"/>
                </a:lnTo>
                <a:lnTo>
                  <a:pt x="1932373" y="1060302"/>
                </a:lnTo>
                <a:close/>
                <a:moveTo>
                  <a:pt x="1241416" y="1335685"/>
                </a:moveTo>
                <a:lnTo>
                  <a:pt x="0" y="1335685"/>
                </a:lnTo>
                <a:lnTo>
                  <a:pt x="0" y="1239976"/>
                </a:lnTo>
                <a:lnTo>
                  <a:pt x="1460169" y="1239976"/>
                </a:lnTo>
                <a:lnTo>
                  <a:pt x="1393779" y="1267500"/>
                </a:lnTo>
                <a:close/>
                <a:moveTo>
                  <a:pt x="874625" y="1583437"/>
                </a:moveTo>
                <a:lnTo>
                  <a:pt x="0" y="1583437"/>
                </a:lnTo>
                <a:lnTo>
                  <a:pt x="0" y="1487729"/>
                </a:lnTo>
                <a:lnTo>
                  <a:pt x="969428" y="1487729"/>
                </a:lnTo>
                <a:lnTo>
                  <a:pt x="888358" y="1564353"/>
                </a:lnTo>
                <a:close/>
                <a:moveTo>
                  <a:pt x="744541" y="1831190"/>
                </a:moveTo>
                <a:lnTo>
                  <a:pt x="0" y="1831190"/>
                </a:lnTo>
                <a:lnTo>
                  <a:pt x="0" y="1735481"/>
                </a:lnTo>
                <a:lnTo>
                  <a:pt x="781812" y="1735481"/>
                </a:lnTo>
                <a:lnTo>
                  <a:pt x="759733" y="1781293"/>
                </a:lnTo>
                <a:close/>
                <a:moveTo>
                  <a:pt x="695774" y="2078943"/>
                </a:moveTo>
                <a:lnTo>
                  <a:pt x="0" y="2078943"/>
                </a:lnTo>
                <a:lnTo>
                  <a:pt x="0" y="1983234"/>
                </a:lnTo>
                <a:lnTo>
                  <a:pt x="708419" y="1983234"/>
                </a:lnTo>
                <a:lnTo>
                  <a:pt x="697264" y="2050626"/>
                </a:lnTo>
                <a:close/>
                <a:moveTo>
                  <a:pt x="694566" y="2326696"/>
                </a:moveTo>
                <a:lnTo>
                  <a:pt x="0" y="2326696"/>
                </a:lnTo>
                <a:lnTo>
                  <a:pt x="0" y="2230987"/>
                </a:lnTo>
                <a:lnTo>
                  <a:pt x="690538" y="2230987"/>
                </a:lnTo>
                <a:close/>
                <a:moveTo>
                  <a:pt x="725449" y="2574449"/>
                </a:moveTo>
                <a:lnTo>
                  <a:pt x="0" y="2574449"/>
                </a:lnTo>
                <a:lnTo>
                  <a:pt x="0" y="2478740"/>
                </a:lnTo>
                <a:lnTo>
                  <a:pt x="710467" y="2478740"/>
                </a:lnTo>
                <a:lnTo>
                  <a:pt x="716912" y="2530844"/>
                </a:lnTo>
                <a:close/>
                <a:moveTo>
                  <a:pt x="781511" y="2822201"/>
                </a:moveTo>
                <a:lnTo>
                  <a:pt x="0" y="2822201"/>
                </a:lnTo>
                <a:lnTo>
                  <a:pt x="0" y="2726493"/>
                </a:lnTo>
                <a:lnTo>
                  <a:pt x="756537" y="2726493"/>
                </a:lnTo>
                <a:close/>
                <a:moveTo>
                  <a:pt x="857549" y="3071166"/>
                </a:moveTo>
                <a:lnTo>
                  <a:pt x="0" y="3071166"/>
                </a:lnTo>
                <a:lnTo>
                  <a:pt x="0" y="2975457"/>
                </a:lnTo>
                <a:lnTo>
                  <a:pt x="826816" y="2975457"/>
                </a:lnTo>
                <a:close/>
                <a:moveTo>
                  <a:pt x="954277" y="3318919"/>
                </a:moveTo>
                <a:lnTo>
                  <a:pt x="0" y="3318919"/>
                </a:lnTo>
                <a:lnTo>
                  <a:pt x="0" y="3223210"/>
                </a:lnTo>
                <a:lnTo>
                  <a:pt x="914930" y="3223210"/>
                </a:lnTo>
                <a:lnTo>
                  <a:pt x="929045" y="3260569"/>
                </a:lnTo>
                <a:close/>
                <a:moveTo>
                  <a:pt x="1067627" y="3566671"/>
                </a:moveTo>
                <a:lnTo>
                  <a:pt x="0" y="3566671"/>
                </a:lnTo>
                <a:lnTo>
                  <a:pt x="0" y="3470962"/>
                </a:lnTo>
                <a:lnTo>
                  <a:pt x="1021114" y="3470962"/>
                </a:lnTo>
                <a:close/>
                <a:moveTo>
                  <a:pt x="1197328" y="3814424"/>
                </a:moveTo>
                <a:lnTo>
                  <a:pt x="0" y="3814424"/>
                </a:lnTo>
                <a:lnTo>
                  <a:pt x="0" y="3718715"/>
                </a:lnTo>
                <a:lnTo>
                  <a:pt x="1145681" y="3718715"/>
                </a:lnTo>
                <a:close/>
                <a:moveTo>
                  <a:pt x="1346175" y="4062177"/>
                </a:moveTo>
                <a:lnTo>
                  <a:pt x="0" y="4062177"/>
                </a:lnTo>
                <a:lnTo>
                  <a:pt x="0" y="3966468"/>
                </a:lnTo>
                <a:lnTo>
                  <a:pt x="1286802" y="3966468"/>
                </a:lnTo>
                <a:lnTo>
                  <a:pt x="1317843" y="4018690"/>
                </a:lnTo>
                <a:close/>
                <a:moveTo>
                  <a:pt x="1514065" y="4309929"/>
                </a:moveTo>
                <a:lnTo>
                  <a:pt x="0" y="4309929"/>
                </a:lnTo>
                <a:lnTo>
                  <a:pt x="0" y="4214221"/>
                </a:lnTo>
                <a:lnTo>
                  <a:pt x="1445900" y="4214221"/>
                </a:lnTo>
                <a:close/>
                <a:moveTo>
                  <a:pt x="1702036" y="4557683"/>
                </a:moveTo>
                <a:lnTo>
                  <a:pt x="0" y="4557683"/>
                </a:lnTo>
                <a:lnTo>
                  <a:pt x="0" y="4461974"/>
                </a:lnTo>
                <a:lnTo>
                  <a:pt x="1627545" y="4461974"/>
                </a:lnTo>
                <a:lnTo>
                  <a:pt x="1701861" y="4557477"/>
                </a:lnTo>
                <a:close/>
                <a:moveTo>
                  <a:pt x="1920805" y="4806647"/>
                </a:moveTo>
                <a:lnTo>
                  <a:pt x="0" y="4806647"/>
                </a:lnTo>
                <a:lnTo>
                  <a:pt x="0" y="4710938"/>
                </a:lnTo>
                <a:lnTo>
                  <a:pt x="1832509" y="4710938"/>
                </a:lnTo>
                <a:lnTo>
                  <a:pt x="1844213" y="4724685"/>
                </a:lnTo>
                <a:close/>
                <a:moveTo>
                  <a:pt x="2171356" y="5054399"/>
                </a:moveTo>
                <a:lnTo>
                  <a:pt x="0" y="5054399"/>
                </a:lnTo>
                <a:lnTo>
                  <a:pt x="0" y="4958690"/>
                </a:lnTo>
                <a:lnTo>
                  <a:pt x="2070161" y="4958690"/>
                </a:lnTo>
                <a:lnTo>
                  <a:pt x="2146770" y="5032972"/>
                </a:lnTo>
                <a:close/>
                <a:moveTo>
                  <a:pt x="2475143" y="5302153"/>
                </a:moveTo>
                <a:lnTo>
                  <a:pt x="0" y="5302153"/>
                </a:lnTo>
                <a:lnTo>
                  <a:pt x="0" y="5206443"/>
                </a:lnTo>
                <a:lnTo>
                  <a:pt x="2350822" y="5206443"/>
                </a:lnTo>
                <a:lnTo>
                  <a:pt x="2469061" y="5298031"/>
                </a:lnTo>
                <a:close/>
                <a:moveTo>
                  <a:pt x="2561511" y="5549905"/>
                </a:moveTo>
                <a:lnTo>
                  <a:pt x="0" y="5549905"/>
                </a:lnTo>
                <a:lnTo>
                  <a:pt x="0" y="5454196"/>
                </a:lnTo>
                <a:lnTo>
                  <a:pt x="2558527" y="5454196"/>
                </a:lnTo>
                <a:cubicBezTo>
                  <a:pt x="2559481" y="5485998"/>
                  <a:pt x="2560555" y="5518103"/>
                  <a:pt x="2561511" y="5549905"/>
                </a:cubicBezTo>
                <a:close/>
                <a:moveTo>
                  <a:pt x="2567836" y="5797658"/>
                </a:moveTo>
                <a:lnTo>
                  <a:pt x="0" y="5797658"/>
                </a:lnTo>
                <a:lnTo>
                  <a:pt x="0" y="5701949"/>
                </a:lnTo>
                <a:lnTo>
                  <a:pt x="2565449" y="5701949"/>
                </a:lnTo>
                <a:cubicBezTo>
                  <a:pt x="2566404" y="5733751"/>
                  <a:pt x="2566881" y="5765856"/>
                  <a:pt x="2567836" y="5797658"/>
                </a:cubicBezTo>
                <a:close/>
                <a:moveTo>
                  <a:pt x="2572730" y="6045411"/>
                </a:moveTo>
                <a:lnTo>
                  <a:pt x="0" y="6045411"/>
                </a:lnTo>
                <a:lnTo>
                  <a:pt x="0" y="5949702"/>
                </a:lnTo>
                <a:lnTo>
                  <a:pt x="2570820" y="5949702"/>
                </a:lnTo>
                <a:cubicBezTo>
                  <a:pt x="2571775" y="5981504"/>
                  <a:pt x="2572253" y="6013306"/>
                  <a:pt x="2572730" y="6045411"/>
                </a:cubicBezTo>
                <a:close/>
                <a:moveTo>
                  <a:pt x="2576191" y="6293163"/>
                </a:moveTo>
                <a:lnTo>
                  <a:pt x="0" y="6293163"/>
                </a:lnTo>
                <a:lnTo>
                  <a:pt x="0" y="6197455"/>
                </a:lnTo>
                <a:lnTo>
                  <a:pt x="2575117" y="6197455"/>
                </a:lnTo>
                <a:cubicBezTo>
                  <a:pt x="2575714" y="6229257"/>
                  <a:pt x="2575714" y="6261059"/>
                  <a:pt x="2576191" y="6293163"/>
                </a:cubicBezTo>
                <a:close/>
                <a:moveTo>
                  <a:pt x="2578101" y="6542128"/>
                </a:moveTo>
                <a:lnTo>
                  <a:pt x="0" y="6542128"/>
                </a:lnTo>
                <a:lnTo>
                  <a:pt x="0" y="6446419"/>
                </a:lnTo>
                <a:lnTo>
                  <a:pt x="2577146" y="6446419"/>
                </a:lnTo>
                <a:cubicBezTo>
                  <a:pt x="2577623" y="6477009"/>
                  <a:pt x="2577623" y="6508811"/>
                  <a:pt x="2578101" y="6542128"/>
                </a:cubicBez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10"/>
          <p:cNvSpPr/>
          <p:nvPr/>
        </p:nvSpPr>
        <p:spPr>
          <a:xfrm>
            <a:off x="1" y="0"/>
            <a:ext cx="10079696" cy="6862717"/>
          </a:xfrm>
          <a:custGeom>
            <a:rect b="b" l="l" r="r" t="t"/>
            <a:pathLst>
              <a:path extrusionOk="0" h="6862717" w="10079696">
                <a:moveTo>
                  <a:pt x="0" y="0"/>
                </a:moveTo>
                <a:lnTo>
                  <a:pt x="8265351" y="0"/>
                </a:lnTo>
                <a:cubicBezTo>
                  <a:pt x="8265351" y="0"/>
                  <a:pt x="8479741" y="308640"/>
                  <a:pt x="8761128" y="886391"/>
                </a:cubicBezTo>
                <a:lnTo>
                  <a:pt x="8819670" y="1009178"/>
                </a:lnTo>
                <a:lnTo>
                  <a:pt x="8686529" y="988283"/>
                </a:lnTo>
                <a:cubicBezTo>
                  <a:pt x="8627683" y="982464"/>
                  <a:pt x="8568828" y="980123"/>
                  <a:pt x="8510068" y="981470"/>
                </a:cubicBezTo>
                <a:cubicBezTo>
                  <a:pt x="8161858" y="989454"/>
                  <a:pt x="7816950" y="1126963"/>
                  <a:pt x="7496527" y="1437632"/>
                </a:cubicBezTo>
                <a:cubicBezTo>
                  <a:pt x="7496527" y="1437632"/>
                  <a:pt x="6246122" y="2523311"/>
                  <a:pt x="6040644" y="4717122"/>
                </a:cubicBezTo>
                <a:cubicBezTo>
                  <a:pt x="5886536" y="6362222"/>
                  <a:pt x="7969873" y="6300563"/>
                  <a:pt x="9652553" y="5847044"/>
                </a:cubicBezTo>
                <a:lnTo>
                  <a:pt x="10036352" y="5734199"/>
                </a:lnTo>
                <a:lnTo>
                  <a:pt x="10059320" y="6085143"/>
                </a:lnTo>
                <a:cubicBezTo>
                  <a:pt x="10072609" y="6337775"/>
                  <a:pt x="10079696" y="6597045"/>
                  <a:pt x="10079696" y="6862717"/>
                </a:cubicBezTo>
                <a:lnTo>
                  <a:pt x="0" y="6862717"/>
                </a:lnTo>
                <a:close/>
              </a:path>
            </a:pathLst>
          </a:custGeom>
          <a:solidFill>
            <a:schemeClr val="dk2"/>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10"/>
          <p:cNvSpPr/>
          <p:nvPr/>
        </p:nvSpPr>
        <p:spPr>
          <a:xfrm>
            <a:off x="0" y="179347"/>
            <a:ext cx="6731284" cy="6537321"/>
          </a:xfrm>
          <a:custGeom>
            <a:rect b="b" l="l" r="r" t="t"/>
            <a:pathLst>
              <a:path extrusionOk="0" h="6537321" w="6731284">
                <a:moveTo>
                  <a:pt x="0" y="6441683"/>
                </a:moveTo>
                <a:lnTo>
                  <a:pt x="6728791" y="6441683"/>
                </a:lnTo>
                <a:cubicBezTo>
                  <a:pt x="6730038" y="6472251"/>
                  <a:pt x="6730038" y="6504029"/>
                  <a:pt x="6731284" y="6537321"/>
                </a:cubicBezTo>
                <a:lnTo>
                  <a:pt x="0" y="6537321"/>
                </a:lnTo>
                <a:close/>
                <a:moveTo>
                  <a:pt x="0" y="6192901"/>
                </a:moveTo>
                <a:lnTo>
                  <a:pt x="6723493" y="6192901"/>
                </a:lnTo>
                <a:cubicBezTo>
                  <a:pt x="6725052" y="6224680"/>
                  <a:pt x="6725052" y="6256459"/>
                  <a:pt x="6726298" y="6288540"/>
                </a:cubicBezTo>
                <a:lnTo>
                  <a:pt x="0" y="6288540"/>
                </a:lnTo>
                <a:close/>
                <a:moveTo>
                  <a:pt x="0" y="5945331"/>
                </a:moveTo>
                <a:lnTo>
                  <a:pt x="6712275" y="5945331"/>
                </a:lnTo>
                <a:cubicBezTo>
                  <a:pt x="6714768" y="5977109"/>
                  <a:pt x="6716014" y="6008888"/>
                  <a:pt x="6717261" y="6040969"/>
                </a:cubicBezTo>
                <a:lnTo>
                  <a:pt x="0" y="6040969"/>
                </a:lnTo>
                <a:close/>
                <a:moveTo>
                  <a:pt x="0" y="5697760"/>
                </a:moveTo>
                <a:lnTo>
                  <a:pt x="6598836" y="5697760"/>
                </a:lnTo>
                <a:lnTo>
                  <a:pt x="6672077" y="5737814"/>
                </a:lnTo>
                <a:lnTo>
                  <a:pt x="6701663" y="5750109"/>
                </a:lnTo>
                <a:lnTo>
                  <a:pt x="6704484" y="5793398"/>
                </a:lnTo>
                <a:lnTo>
                  <a:pt x="0" y="5793398"/>
                </a:lnTo>
                <a:close/>
                <a:moveTo>
                  <a:pt x="0" y="5450189"/>
                </a:moveTo>
                <a:lnTo>
                  <a:pt x="6286124" y="5450189"/>
                </a:lnTo>
                <a:lnTo>
                  <a:pt x="6303365" y="5472128"/>
                </a:lnTo>
                <a:lnTo>
                  <a:pt x="6381277" y="5545828"/>
                </a:lnTo>
                <a:lnTo>
                  <a:pt x="0" y="5545828"/>
                </a:lnTo>
                <a:close/>
                <a:moveTo>
                  <a:pt x="0" y="5202618"/>
                </a:moveTo>
                <a:lnTo>
                  <a:pt x="6129723" y="5202618"/>
                </a:lnTo>
                <a:lnTo>
                  <a:pt x="6137831" y="5224183"/>
                </a:lnTo>
                <a:lnTo>
                  <a:pt x="6179523" y="5298257"/>
                </a:lnTo>
                <a:lnTo>
                  <a:pt x="0" y="5298257"/>
                </a:lnTo>
                <a:close/>
                <a:moveTo>
                  <a:pt x="0" y="4955047"/>
                </a:moveTo>
                <a:lnTo>
                  <a:pt x="6056059" y="4955047"/>
                </a:lnTo>
                <a:lnTo>
                  <a:pt x="6076817" y="5050686"/>
                </a:lnTo>
                <a:lnTo>
                  <a:pt x="0" y="5050686"/>
                </a:lnTo>
                <a:close/>
                <a:moveTo>
                  <a:pt x="0" y="4707477"/>
                </a:moveTo>
                <a:lnTo>
                  <a:pt x="6033920" y="4707477"/>
                </a:lnTo>
                <a:lnTo>
                  <a:pt x="6032844" y="4734618"/>
                </a:lnTo>
                <a:lnTo>
                  <a:pt x="6038320" y="4803115"/>
                </a:lnTo>
                <a:lnTo>
                  <a:pt x="0" y="4803115"/>
                </a:lnTo>
                <a:close/>
                <a:moveTo>
                  <a:pt x="0" y="4458695"/>
                </a:moveTo>
                <a:lnTo>
                  <a:pt x="6050613" y="4458695"/>
                </a:lnTo>
                <a:lnTo>
                  <a:pt x="6040645" y="4537775"/>
                </a:lnTo>
                <a:lnTo>
                  <a:pt x="6039989" y="4554334"/>
                </a:lnTo>
                <a:lnTo>
                  <a:pt x="0" y="4554334"/>
                </a:lnTo>
                <a:close/>
                <a:moveTo>
                  <a:pt x="0" y="4211125"/>
                </a:moveTo>
                <a:lnTo>
                  <a:pt x="6081819" y="4211125"/>
                </a:lnTo>
                <a:lnTo>
                  <a:pt x="6069764" y="4306763"/>
                </a:lnTo>
                <a:lnTo>
                  <a:pt x="0" y="4306763"/>
                </a:lnTo>
                <a:close/>
                <a:moveTo>
                  <a:pt x="0" y="3963554"/>
                </a:moveTo>
                <a:lnTo>
                  <a:pt x="6124545" y="3963554"/>
                </a:lnTo>
                <a:lnTo>
                  <a:pt x="6106225" y="4059192"/>
                </a:lnTo>
                <a:lnTo>
                  <a:pt x="0" y="4059192"/>
                </a:lnTo>
                <a:close/>
                <a:moveTo>
                  <a:pt x="0" y="3715983"/>
                </a:moveTo>
                <a:lnTo>
                  <a:pt x="6175315" y="3715983"/>
                </a:lnTo>
                <a:lnTo>
                  <a:pt x="6162197" y="3766996"/>
                </a:lnTo>
                <a:lnTo>
                  <a:pt x="6153649" y="3811621"/>
                </a:lnTo>
                <a:lnTo>
                  <a:pt x="0" y="3811621"/>
                </a:lnTo>
                <a:close/>
                <a:moveTo>
                  <a:pt x="0" y="3468412"/>
                </a:moveTo>
                <a:lnTo>
                  <a:pt x="6238978" y="3468412"/>
                </a:lnTo>
                <a:lnTo>
                  <a:pt x="6214385" y="3564051"/>
                </a:lnTo>
                <a:lnTo>
                  <a:pt x="0" y="3564051"/>
                </a:lnTo>
                <a:close/>
                <a:moveTo>
                  <a:pt x="0" y="3220841"/>
                </a:moveTo>
                <a:lnTo>
                  <a:pt x="6312760" y="3220841"/>
                </a:lnTo>
                <a:lnTo>
                  <a:pt x="6314039" y="3226145"/>
                </a:lnTo>
                <a:lnTo>
                  <a:pt x="6284877" y="3316480"/>
                </a:lnTo>
                <a:lnTo>
                  <a:pt x="0" y="3316480"/>
                </a:lnTo>
                <a:close/>
                <a:moveTo>
                  <a:pt x="0" y="2973271"/>
                </a:moveTo>
                <a:lnTo>
                  <a:pt x="6247629" y="2973271"/>
                </a:lnTo>
                <a:cubicBezTo>
                  <a:pt x="6256666" y="3005049"/>
                  <a:pt x="6264146" y="3037131"/>
                  <a:pt x="6273183" y="3068909"/>
                </a:cubicBezTo>
                <a:lnTo>
                  <a:pt x="0" y="3068909"/>
                </a:lnTo>
                <a:close/>
                <a:moveTo>
                  <a:pt x="0" y="2724489"/>
                </a:moveTo>
                <a:lnTo>
                  <a:pt x="6180005" y="2724489"/>
                </a:lnTo>
                <a:cubicBezTo>
                  <a:pt x="6189042" y="2756268"/>
                  <a:pt x="6197768" y="2788349"/>
                  <a:pt x="6206805" y="2820128"/>
                </a:cubicBezTo>
                <a:lnTo>
                  <a:pt x="0" y="2820128"/>
                </a:lnTo>
                <a:close/>
                <a:moveTo>
                  <a:pt x="0" y="2476918"/>
                </a:moveTo>
                <a:lnTo>
                  <a:pt x="6104589" y="2476918"/>
                </a:lnTo>
                <a:cubicBezTo>
                  <a:pt x="6114873" y="2508697"/>
                  <a:pt x="6123911" y="2540778"/>
                  <a:pt x="6134194" y="2572557"/>
                </a:cubicBezTo>
                <a:lnTo>
                  <a:pt x="0" y="2572557"/>
                </a:lnTo>
                <a:close/>
                <a:moveTo>
                  <a:pt x="0" y="2229348"/>
                </a:moveTo>
                <a:lnTo>
                  <a:pt x="6025746" y="2229348"/>
                </a:lnTo>
                <a:cubicBezTo>
                  <a:pt x="6036965" y="2261126"/>
                  <a:pt x="6047249" y="2293208"/>
                  <a:pt x="6057533" y="2324986"/>
                </a:cubicBezTo>
                <a:lnTo>
                  <a:pt x="0" y="2324986"/>
                </a:lnTo>
                <a:close/>
                <a:moveTo>
                  <a:pt x="0" y="1981777"/>
                </a:moveTo>
                <a:lnTo>
                  <a:pt x="5941293" y="1981777"/>
                </a:lnTo>
                <a:cubicBezTo>
                  <a:pt x="5952824" y="2013556"/>
                  <a:pt x="5963108" y="2045637"/>
                  <a:pt x="5974638" y="2077416"/>
                </a:cubicBezTo>
                <a:lnTo>
                  <a:pt x="0" y="2077416"/>
                </a:lnTo>
                <a:close/>
                <a:moveTo>
                  <a:pt x="0" y="1734206"/>
                </a:moveTo>
                <a:lnTo>
                  <a:pt x="5850920" y="1734206"/>
                </a:lnTo>
                <a:cubicBezTo>
                  <a:pt x="5862138" y="1765985"/>
                  <a:pt x="5874915" y="1798066"/>
                  <a:pt x="5886446" y="1829845"/>
                </a:cubicBezTo>
                <a:lnTo>
                  <a:pt x="0" y="1829845"/>
                </a:lnTo>
                <a:close/>
                <a:moveTo>
                  <a:pt x="0" y="1486635"/>
                </a:moveTo>
                <a:lnTo>
                  <a:pt x="5753690" y="1486635"/>
                </a:lnTo>
                <a:cubicBezTo>
                  <a:pt x="5766467" y="1518414"/>
                  <a:pt x="5779244" y="1550495"/>
                  <a:pt x="5792021" y="1582274"/>
                </a:cubicBezTo>
                <a:lnTo>
                  <a:pt x="0" y="1582274"/>
                </a:lnTo>
                <a:close/>
                <a:moveTo>
                  <a:pt x="0" y="1239065"/>
                </a:moveTo>
                <a:lnTo>
                  <a:pt x="5651786" y="1239065"/>
                </a:lnTo>
                <a:cubicBezTo>
                  <a:pt x="5665809" y="1270843"/>
                  <a:pt x="5678586" y="1302925"/>
                  <a:pt x="5692610" y="1334703"/>
                </a:cubicBezTo>
                <a:lnTo>
                  <a:pt x="0" y="1334703"/>
                </a:lnTo>
                <a:close/>
                <a:moveTo>
                  <a:pt x="0" y="990283"/>
                </a:moveTo>
                <a:lnTo>
                  <a:pt x="5542091" y="990283"/>
                </a:lnTo>
                <a:cubicBezTo>
                  <a:pt x="5557361" y="1022062"/>
                  <a:pt x="5571384" y="1054143"/>
                  <a:pt x="5585408" y="1085922"/>
                </a:cubicBezTo>
                <a:lnTo>
                  <a:pt x="0" y="1085922"/>
                </a:lnTo>
                <a:close/>
                <a:moveTo>
                  <a:pt x="0" y="742712"/>
                </a:moveTo>
                <a:lnTo>
                  <a:pt x="5427098" y="742712"/>
                </a:lnTo>
                <a:cubicBezTo>
                  <a:pt x="5442368" y="773280"/>
                  <a:pt x="5457638" y="805059"/>
                  <a:pt x="5473220" y="838351"/>
                </a:cubicBezTo>
                <a:lnTo>
                  <a:pt x="0" y="838351"/>
                </a:lnTo>
                <a:close/>
                <a:moveTo>
                  <a:pt x="0" y="495142"/>
                </a:moveTo>
                <a:lnTo>
                  <a:pt x="5303379" y="495142"/>
                </a:lnTo>
                <a:cubicBezTo>
                  <a:pt x="5318650" y="525710"/>
                  <a:pt x="5335166" y="557791"/>
                  <a:pt x="5351994" y="590780"/>
                </a:cubicBezTo>
                <a:lnTo>
                  <a:pt x="0" y="590780"/>
                </a:lnTo>
                <a:close/>
                <a:moveTo>
                  <a:pt x="0" y="247571"/>
                </a:moveTo>
                <a:lnTo>
                  <a:pt x="5170624" y="247571"/>
                </a:lnTo>
                <a:cubicBezTo>
                  <a:pt x="5187140" y="278139"/>
                  <a:pt x="5205215" y="310220"/>
                  <a:pt x="5222978" y="343209"/>
                </a:cubicBezTo>
                <a:lnTo>
                  <a:pt x="0" y="343209"/>
                </a:lnTo>
                <a:close/>
                <a:moveTo>
                  <a:pt x="0" y="0"/>
                </a:moveTo>
                <a:lnTo>
                  <a:pt x="5026337" y="0"/>
                </a:lnTo>
                <a:cubicBezTo>
                  <a:pt x="5044412" y="28147"/>
                  <a:pt x="5063422" y="59926"/>
                  <a:pt x="5083989" y="95639"/>
                </a:cubicBezTo>
                <a:lnTo>
                  <a:pt x="0" y="95639"/>
                </a:lnTo>
                <a:close/>
              </a:path>
            </a:pathLst>
          </a:custGeom>
          <a:gradFill>
            <a:gsLst>
              <a:gs pos="0">
                <a:srgbClr val="32738E"/>
              </a:gs>
              <a:gs pos="72000">
                <a:schemeClr val="dk2"/>
              </a:gs>
              <a:gs pos="100000">
                <a:schemeClr val="dk2"/>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10"/>
          <p:cNvSpPr/>
          <p:nvPr/>
        </p:nvSpPr>
        <p:spPr>
          <a:xfrm>
            <a:off x="5829224" y="412648"/>
            <a:ext cx="2167563" cy="1745761"/>
          </a:xfrm>
          <a:custGeom>
            <a:rect b="b" l="l" r="r" t="t"/>
            <a:pathLst>
              <a:path extrusionOk="0" h="1745761" w="2167563">
                <a:moveTo>
                  <a:pt x="1400658" y="635"/>
                </a:moveTo>
                <a:cubicBezTo>
                  <a:pt x="1685552" y="11974"/>
                  <a:pt x="1955344" y="174667"/>
                  <a:pt x="2085112" y="450116"/>
                </a:cubicBezTo>
                <a:cubicBezTo>
                  <a:pt x="2112395" y="507856"/>
                  <a:pt x="2135711" y="568129"/>
                  <a:pt x="2154953" y="629758"/>
                </a:cubicBezTo>
                <a:lnTo>
                  <a:pt x="2167563" y="681911"/>
                </a:lnTo>
                <a:lnTo>
                  <a:pt x="2163656" y="683396"/>
                </a:lnTo>
                <a:cubicBezTo>
                  <a:pt x="1993850" y="757605"/>
                  <a:pt x="1827517" y="869650"/>
                  <a:pt x="1667305" y="1024984"/>
                </a:cubicBezTo>
                <a:cubicBezTo>
                  <a:pt x="1667305" y="1024984"/>
                  <a:pt x="1427970" y="1232790"/>
                  <a:pt x="1141511" y="1650282"/>
                </a:cubicBezTo>
                <a:lnTo>
                  <a:pt x="1079229" y="1745761"/>
                </a:lnTo>
                <a:lnTo>
                  <a:pt x="987151" y="1725577"/>
                </a:lnTo>
                <a:cubicBezTo>
                  <a:pt x="389820" y="1572239"/>
                  <a:pt x="-180023" y="1202685"/>
                  <a:pt x="53642" y="840607"/>
                </a:cubicBezTo>
                <a:cubicBezTo>
                  <a:pt x="275677" y="494809"/>
                  <a:pt x="704441" y="235731"/>
                  <a:pt x="1014537" y="82612"/>
                </a:cubicBezTo>
                <a:cubicBezTo>
                  <a:pt x="1138543" y="21598"/>
                  <a:pt x="1271161" y="-4519"/>
                  <a:pt x="1400658" y="635"/>
                </a:cubicBezTo>
                <a:close/>
              </a:path>
            </a:pathLst>
          </a:custGeom>
          <a:solidFill>
            <a:schemeClr val="accent4"/>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10"/>
          <p:cNvSpPr txBox="1"/>
          <p:nvPr>
            <p:ph type="ctrTitle"/>
          </p:nvPr>
        </p:nvSpPr>
        <p:spPr>
          <a:xfrm>
            <a:off x="838200" y="1122363"/>
            <a:ext cx="4835487"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Calibri"/>
              <a:buNone/>
            </a:pPr>
            <a:r>
              <a:rPr lang="en-US"/>
              <a:t>The Grand Adventure of Mr. Moreson</a:t>
            </a:r>
            <a:endParaRPr/>
          </a:p>
        </p:txBody>
      </p:sp>
      <p:sp>
        <p:nvSpPr>
          <p:cNvPr id="143" name="Google Shape;143;p10"/>
          <p:cNvSpPr txBox="1"/>
          <p:nvPr>
            <p:ph idx="1" type="subTitle"/>
          </p:nvPr>
        </p:nvSpPr>
        <p:spPr>
          <a:xfrm>
            <a:off x="838200" y="3602038"/>
            <a:ext cx="4835487"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2400"/>
              <a:buNone/>
            </a:pPr>
            <a:r>
              <a:rPr lang="en-US"/>
              <a:t>Brenden Daigle and Andre Mayard</a:t>
            </a:r>
            <a:endParaRPr/>
          </a:p>
        </p:txBody>
      </p:sp>
      <p:pic>
        <p:nvPicPr>
          <p:cNvPr id="144" name="Google Shape;144;p10"/>
          <p:cNvPicPr preferRelativeResize="0"/>
          <p:nvPr/>
        </p:nvPicPr>
        <p:blipFill>
          <a:blip r:embed="rId3">
            <a:alphaModFix/>
          </a:blip>
          <a:stretch>
            <a:fillRect/>
          </a:stretch>
        </p:blipFill>
        <p:spPr>
          <a:xfrm>
            <a:off x="6958650" y="1903963"/>
            <a:ext cx="3461400" cy="3461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F0"/>
        </a:solidFill>
      </p:bgPr>
    </p:bg>
    <p:spTree>
      <p:nvGrpSpPr>
        <p:cNvPr id="149" name="Shape 149"/>
        <p:cNvGrpSpPr/>
        <p:nvPr/>
      </p:nvGrpSpPr>
      <p:grpSpPr>
        <a:xfrm>
          <a:off x="0" y="0"/>
          <a:ext cx="0" cy="0"/>
          <a:chOff x="0" y="0"/>
          <a:chExt cx="0" cy="0"/>
        </a:xfrm>
      </p:grpSpPr>
      <p:sp>
        <p:nvSpPr>
          <p:cNvPr id="150" name="Google Shape;150;p11"/>
          <p:cNvSpPr/>
          <p:nvPr/>
        </p:nvSpPr>
        <p:spPr>
          <a:xfrm>
            <a:off x="0" y="0"/>
            <a:ext cx="12192000" cy="6858000"/>
          </a:xfrm>
          <a:custGeom>
            <a:rect b="b" l="l" r="r" t="t"/>
            <a:pathLst>
              <a:path extrusionOk="0" h="6858000" w="12192000">
                <a:moveTo>
                  <a:pt x="10556455" y="405874"/>
                </a:moveTo>
                <a:cubicBezTo>
                  <a:pt x="9937078" y="373788"/>
                  <a:pt x="9028481" y="886129"/>
                  <a:pt x="8298270" y="1384878"/>
                </a:cubicBezTo>
                <a:cubicBezTo>
                  <a:pt x="7596512" y="1864119"/>
                  <a:pt x="7423304" y="2826094"/>
                  <a:pt x="7911358" y="3521664"/>
                </a:cubicBezTo>
                <a:cubicBezTo>
                  <a:pt x="8744579" y="4708993"/>
                  <a:pt x="10013933" y="6319662"/>
                  <a:pt x="10719430" y="6227366"/>
                </a:cubicBezTo>
                <a:cubicBezTo>
                  <a:pt x="11828246" y="6080624"/>
                  <a:pt x="11909242" y="1670501"/>
                  <a:pt x="11062106" y="640103"/>
                </a:cubicBezTo>
                <a:cubicBezTo>
                  <a:pt x="10937237" y="487757"/>
                  <a:pt x="10762914" y="416569"/>
                  <a:pt x="10556455" y="405874"/>
                </a:cubicBez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11"/>
          <p:cNvSpPr/>
          <p:nvPr/>
        </p:nvSpPr>
        <p:spPr>
          <a:xfrm rot="10800000">
            <a:off x="8167157" y="179347"/>
            <a:ext cx="4024843" cy="6542128"/>
          </a:xfrm>
          <a:custGeom>
            <a:rect b="b" l="l" r="r" t="t"/>
            <a:pathLst>
              <a:path extrusionOk="0" h="6542128" w="4024843">
                <a:moveTo>
                  <a:pt x="3039874" y="95709"/>
                </a:moveTo>
                <a:lnTo>
                  <a:pt x="0" y="95709"/>
                </a:lnTo>
                <a:lnTo>
                  <a:pt x="0" y="0"/>
                </a:lnTo>
                <a:lnTo>
                  <a:pt x="3005402" y="0"/>
                </a:lnTo>
                <a:cubicBezTo>
                  <a:pt x="3016210" y="28168"/>
                  <a:pt x="3027576" y="59970"/>
                  <a:pt x="3039874" y="95709"/>
                </a:cubicBezTo>
                <a:close/>
                <a:moveTo>
                  <a:pt x="3122980" y="343462"/>
                </a:moveTo>
                <a:lnTo>
                  <a:pt x="0" y="343462"/>
                </a:lnTo>
                <a:lnTo>
                  <a:pt x="0" y="247753"/>
                </a:lnTo>
                <a:lnTo>
                  <a:pt x="3091676" y="247753"/>
                </a:lnTo>
                <a:cubicBezTo>
                  <a:pt x="3101552" y="278344"/>
                  <a:pt x="3112359" y="310448"/>
                  <a:pt x="3122980" y="343462"/>
                </a:cubicBezTo>
                <a:close/>
                <a:moveTo>
                  <a:pt x="1250048" y="591215"/>
                </a:moveTo>
                <a:lnTo>
                  <a:pt x="0" y="591215"/>
                </a:lnTo>
                <a:lnTo>
                  <a:pt x="0" y="495506"/>
                </a:lnTo>
                <a:lnTo>
                  <a:pt x="1467151" y="495506"/>
                </a:lnTo>
                <a:lnTo>
                  <a:pt x="1371627" y="520123"/>
                </a:lnTo>
                <a:cubicBezTo>
                  <a:pt x="1338981" y="532803"/>
                  <a:pt x="1307335" y="549412"/>
                  <a:pt x="1276687" y="569719"/>
                </a:cubicBezTo>
                <a:close/>
                <a:moveTo>
                  <a:pt x="3200123" y="591215"/>
                </a:moveTo>
                <a:lnTo>
                  <a:pt x="1885620" y="591215"/>
                </a:lnTo>
                <a:lnTo>
                  <a:pt x="1761609" y="535172"/>
                </a:lnTo>
                <a:cubicBezTo>
                  <a:pt x="1709682" y="516408"/>
                  <a:pt x="1659469" y="503258"/>
                  <a:pt x="1611214" y="496241"/>
                </a:cubicBezTo>
                <a:lnTo>
                  <a:pt x="1563383" y="495506"/>
                </a:lnTo>
                <a:lnTo>
                  <a:pt x="3171054" y="495506"/>
                </a:lnTo>
                <a:cubicBezTo>
                  <a:pt x="3180185" y="526096"/>
                  <a:pt x="3190061" y="558201"/>
                  <a:pt x="3200123" y="591215"/>
                </a:cubicBezTo>
                <a:close/>
                <a:moveTo>
                  <a:pt x="1032550" y="838968"/>
                </a:moveTo>
                <a:lnTo>
                  <a:pt x="0" y="838968"/>
                </a:lnTo>
                <a:lnTo>
                  <a:pt x="0" y="743259"/>
                </a:lnTo>
                <a:lnTo>
                  <a:pt x="1098415" y="743259"/>
                </a:lnTo>
                <a:close/>
                <a:moveTo>
                  <a:pt x="3272607" y="838968"/>
                </a:moveTo>
                <a:lnTo>
                  <a:pt x="2265075" y="838968"/>
                </a:lnTo>
                <a:lnTo>
                  <a:pt x="2135504" y="743259"/>
                </a:lnTo>
                <a:lnTo>
                  <a:pt x="3245030" y="743259"/>
                </a:lnTo>
                <a:cubicBezTo>
                  <a:pt x="3254160" y="773849"/>
                  <a:pt x="3263290" y="805651"/>
                  <a:pt x="3272607" y="838968"/>
                </a:cubicBezTo>
                <a:close/>
                <a:moveTo>
                  <a:pt x="907305" y="1086720"/>
                </a:moveTo>
                <a:lnTo>
                  <a:pt x="0" y="1086720"/>
                </a:lnTo>
                <a:lnTo>
                  <a:pt x="0" y="991011"/>
                </a:lnTo>
                <a:lnTo>
                  <a:pt x="949893" y="991011"/>
                </a:lnTo>
                <a:close/>
                <a:moveTo>
                  <a:pt x="3339688" y="1086720"/>
                </a:moveTo>
                <a:lnTo>
                  <a:pt x="2547145" y="1086720"/>
                </a:lnTo>
                <a:lnTo>
                  <a:pt x="2451397" y="996585"/>
                </a:lnTo>
                <a:lnTo>
                  <a:pt x="2444825" y="991011"/>
                </a:lnTo>
                <a:lnTo>
                  <a:pt x="3313788" y="991011"/>
                </a:lnTo>
                <a:cubicBezTo>
                  <a:pt x="3322918" y="1022813"/>
                  <a:pt x="3331303" y="1054918"/>
                  <a:pt x="3339688" y="1086720"/>
                </a:cubicBezTo>
                <a:close/>
                <a:moveTo>
                  <a:pt x="816420" y="1335685"/>
                </a:moveTo>
                <a:lnTo>
                  <a:pt x="0" y="1335685"/>
                </a:lnTo>
                <a:lnTo>
                  <a:pt x="0" y="1239976"/>
                </a:lnTo>
                <a:lnTo>
                  <a:pt x="848308" y="1239976"/>
                </a:lnTo>
                <a:lnTo>
                  <a:pt x="832117" y="1284126"/>
                </a:lnTo>
                <a:close/>
                <a:moveTo>
                  <a:pt x="3403787" y="1335685"/>
                </a:moveTo>
                <a:lnTo>
                  <a:pt x="2797969" y="1335685"/>
                </a:lnTo>
                <a:lnTo>
                  <a:pt x="2704316" y="1239976"/>
                </a:lnTo>
                <a:lnTo>
                  <a:pt x="3379378" y="1239976"/>
                </a:lnTo>
                <a:cubicBezTo>
                  <a:pt x="3387762" y="1271778"/>
                  <a:pt x="3395402" y="1303883"/>
                  <a:pt x="3403787" y="1335685"/>
                </a:cubicBezTo>
                <a:close/>
                <a:moveTo>
                  <a:pt x="747343" y="1583437"/>
                </a:moveTo>
                <a:lnTo>
                  <a:pt x="0" y="1583437"/>
                </a:lnTo>
                <a:lnTo>
                  <a:pt x="0" y="1487729"/>
                </a:lnTo>
                <a:lnTo>
                  <a:pt x="771575" y="1487729"/>
                </a:lnTo>
                <a:close/>
                <a:moveTo>
                  <a:pt x="3463228" y="1583437"/>
                </a:moveTo>
                <a:lnTo>
                  <a:pt x="3026433" y="1583437"/>
                </a:lnTo>
                <a:lnTo>
                  <a:pt x="3020343" y="1576409"/>
                </a:lnTo>
                <a:lnTo>
                  <a:pt x="2939151" y="1487729"/>
                </a:lnTo>
                <a:lnTo>
                  <a:pt x="3440309" y="1487729"/>
                </a:lnTo>
                <a:cubicBezTo>
                  <a:pt x="3447949" y="1519531"/>
                  <a:pt x="3455588" y="1551635"/>
                  <a:pt x="3463228" y="1583437"/>
                </a:cubicBezTo>
                <a:close/>
                <a:moveTo>
                  <a:pt x="692583" y="1831190"/>
                </a:moveTo>
                <a:lnTo>
                  <a:pt x="0" y="1831190"/>
                </a:lnTo>
                <a:lnTo>
                  <a:pt x="0" y="1735481"/>
                </a:lnTo>
                <a:lnTo>
                  <a:pt x="712665" y="1735481"/>
                </a:lnTo>
                <a:close/>
                <a:moveTo>
                  <a:pt x="3519688" y="1831190"/>
                </a:moveTo>
                <a:lnTo>
                  <a:pt x="3239251" y="1831190"/>
                </a:lnTo>
                <a:lnTo>
                  <a:pt x="3212009" y="1797599"/>
                </a:lnTo>
                <a:lnTo>
                  <a:pt x="3158182" y="1735481"/>
                </a:lnTo>
                <a:lnTo>
                  <a:pt x="3498446" y="1735481"/>
                </a:lnTo>
                <a:cubicBezTo>
                  <a:pt x="3505154" y="1767283"/>
                  <a:pt x="3512794" y="1799388"/>
                  <a:pt x="3519688" y="1831190"/>
                </a:cubicBezTo>
                <a:close/>
                <a:moveTo>
                  <a:pt x="650515" y="2078943"/>
                </a:moveTo>
                <a:lnTo>
                  <a:pt x="0" y="2078943"/>
                </a:lnTo>
                <a:lnTo>
                  <a:pt x="0" y="1983234"/>
                </a:lnTo>
                <a:lnTo>
                  <a:pt x="665825" y="1983234"/>
                </a:lnTo>
                <a:lnTo>
                  <a:pt x="653507" y="2054753"/>
                </a:lnTo>
                <a:close/>
                <a:moveTo>
                  <a:pt x="3572421" y="2078943"/>
                </a:moveTo>
                <a:lnTo>
                  <a:pt x="3440176" y="2078943"/>
                </a:lnTo>
                <a:lnTo>
                  <a:pt x="3362557" y="1983234"/>
                </a:lnTo>
                <a:lnTo>
                  <a:pt x="3552483" y="1983234"/>
                </a:lnTo>
                <a:cubicBezTo>
                  <a:pt x="3559377" y="2015036"/>
                  <a:pt x="3565526" y="2047141"/>
                  <a:pt x="3572421" y="2078943"/>
                </a:cubicBezTo>
                <a:close/>
                <a:moveTo>
                  <a:pt x="3616408" y="2298606"/>
                </a:moveTo>
                <a:lnTo>
                  <a:pt x="3589576" y="2263162"/>
                </a:lnTo>
                <a:lnTo>
                  <a:pt x="3563483" y="2230987"/>
                </a:lnTo>
                <a:lnTo>
                  <a:pt x="3602980" y="2230987"/>
                </a:lnTo>
                <a:close/>
                <a:moveTo>
                  <a:pt x="619880" y="2326696"/>
                </a:moveTo>
                <a:lnTo>
                  <a:pt x="0" y="2326696"/>
                </a:lnTo>
                <a:lnTo>
                  <a:pt x="0" y="2230987"/>
                </a:lnTo>
                <a:lnTo>
                  <a:pt x="631714" y="2230987"/>
                </a:lnTo>
                <a:close/>
                <a:moveTo>
                  <a:pt x="593685" y="2574449"/>
                </a:moveTo>
                <a:lnTo>
                  <a:pt x="0" y="2574449"/>
                </a:lnTo>
                <a:lnTo>
                  <a:pt x="0" y="2478740"/>
                </a:lnTo>
                <a:lnTo>
                  <a:pt x="601079" y="2478740"/>
                </a:lnTo>
                <a:lnTo>
                  <a:pt x="599095" y="2494786"/>
                </a:lnTo>
                <a:close/>
                <a:moveTo>
                  <a:pt x="576861" y="2822201"/>
                </a:moveTo>
                <a:lnTo>
                  <a:pt x="0" y="2822201"/>
                </a:lnTo>
                <a:lnTo>
                  <a:pt x="0" y="2726493"/>
                </a:lnTo>
                <a:lnTo>
                  <a:pt x="583360" y="2726493"/>
                </a:lnTo>
                <a:close/>
                <a:moveTo>
                  <a:pt x="565701" y="3071166"/>
                </a:moveTo>
                <a:lnTo>
                  <a:pt x="0" y="3071166"/>
                </a:lnTo>
                <a:lnTo>
                  <a:pt x="0" y="2975457"/>
                </a:lnTo>
                <a:lnTo>
                  <a:pt x="567409" y="2975457"/>
                </a:lnTo>
                <a:close/>
                <a:moveTo>
                  <a:pt x="561279" y="3318919"/>
                </a:moveTo>
                <a:lnTo>
                  <a:pt x="0" y="3318919"/>
                </a:lnTo>
                <a:lnTo>
                  <a:pt x="0" y="3223210"/>
                </a:lnTo>
                <a:lnTo>
                  <a:pt x="562987" y="3223210"/>
                </a:lnTo>
                <a:close/>
                <a:moveTo>
                  <a:pt x="563542" y="3566671"/>
                </a:moveTo>
                <a:lnTo>
                  <a:pt x="0" y="3566671"/>
                </a:lnTo>
                <a:lnTo>
                  <a:pt x="0" y="3470962"/>
                </a:lnTo>
                <a:lnTo>
                  <a:pt x="560626" y="3470962"/>
                </a:lnTo>
                <a:close/>
                <a:moveTo>
                  <a:pt x="571090" y="3814424"/>
                </a:moveTo>
                <a:lnTo>
                  <a:pt x="0" y="3814424"/>
                </a:lnTo>
                <a:lnTo>
                  <a:pt x="0" y="3718715"/>
                </a:lnTo>
                <a:lnTo>
                  <a:pt x="568174" y="3718715"/>
                </a:lnTo>
                <a:close/>
                <a:moveTo>
                  <a:pt x="586791" y="4062177"/>
                </a:moveTo>
                <a:lnTo>
                  <a:pt x="0" y="4062177"/>
                </a:lnTo>
                <a:lnTo>
                  <a:pt x="0" y="3966468"/>
                </a:lnTo>
                <a:lnTo>
                  <a:pt x="579081" y="3966468"/>
                </a:lnTo>
                <a:close/>
                <a:moveTo>
                  <a:pt x="606750" y="4309929"/>
                </a:moveTo>
                <a:lnTo>
                  <a:pt x="0" y="4309929"/>
                </a:lnTo>
                <a:lnTo>
                  <a:pt x="0" y="4214221"/>
                </a:lnTo>
                <a:lnTo>
                  <a:pt x="599040" y="4214221"/>
                </a:lnTo>
                <a:close/>
                <a:moveTo>
                  <a:pt x="637841" y="4557683"/>
                </a:moveTo>
                <a:lnTo>
                  <a:pt x="0" y="4557683"/>
                </a:lnTo>
                <a:lnTo>
                  <a:pt x="0" y="4461974"/>
                </a:lnTo>
                <a:lnTo>
                  <a:pt x="624782" y="4461974"/>
                </a:lnTo>
                <a:close/>
                <a:moveTo>
                  <a:pt x="672413" y="4806647"/>
                </a:moveTo>
                <a:lnTo>
                  <a:pt x="0" y="4806647"/>
                </a:lnTo>
                <a:lnTo>
                  <a:pt x="0" y="4710938"/>
                </a:lnTo>
                <a:lnTo>
                  <a:pt x="658751" y="4710938"/>
                </a:lnTo>
                <a:lnTo>
                  <a:pt x="670124" y="4794299"/>
                </a:lnTo>
                <a:close/>
                <a:moveTo>
                  <a:pt x="720385" y="5054399"/>
                </a:moveTo>
                <a:lnTo>
                  <a:pt x="0" y="5054399"/>
                </a:lnTo>
                <a:lnTo>
                  <a:pt x="0" y="4958690"/>
                </a:lnTo>
                <a:lnTo>
                  <a:pt x="700587" y="4958690"/>
                </a:lnTo>
                <a:lnTo>
                  <a:pt x="708242" y="5000002"/>
                </a:lnTo>
                <a:close/>
                <a:moveTo>
                  <a:pt x="780364" y="5302153"/>
                </a:moveTo>
                <a:lnTo>
                  <a:pt x="0" y="5302153"/>
                </a:lnTo>
                <a:lnTo>
                  <a:pt x="0" y="5206443"/>
                </a:lnTo>
                <a:lnTo>
                  <a:pt x="754796" y="5206443"/>
                </a:lnTo>
                <a:close/>
                <a:moveTo>
                  <a:pt x="3985899" y="5302153"/>
                </a:moveTo>
                <a:lnTo>
                  <a:pt x="3939022" y="5302153"/>
                </a:lnTo>
                <a:lnTo>
                  <a:pt x="3983969" y="5267970"/>
                </a:lnTo>
                <a:close/>
                <a:moveTo>
                  <a:pt x="855417" y="5549905"/>
                </a:moveTo>
                <a:lnTo>
                  <a:pt x="0" y="5549905"/>
                </a:lnTo>
                <a:lnTo>
                  <a:pt x="0" y="5454196"/>
                </a:lnTo>
                <a:lnTo>
                  <a:pt x="824854" y="5454196"/>
                </a:lnTo>
                <a:close/>
                <a:moveTo>
                  <a:pt x="3998943" y="5549905"/>
                </a:moveTo>
                <a:lnTo>
                  <a:pt x="3569327" y="5549905"/>
                </a:lnTo>
                <a:lnTo>
                  <a:pt x="3612452" y="5523175"/>
                </a:lnTo>
                <a:lnTo>
                  <a:pt x="3716442" y="5454196"/>
                </a:lnTo>
                <a:lnTo>
                  <a:pt x="3994284" y="5454196"/>
                </a:lnTo>
                <a:cubicBezTo>
                  <a:pt x="3995775" y="5485998"/>
                  <a:pt x="3997452" y="5518103"/>
                  <a:pt x="3998943" y="5549905"/>
                </a:cubicBezTo>
                <a:close/>
                <a:moveTo>
                  <a:pt x="957459" y="5797658"/>
                </a:moveTo>
                <a:lnTo>
                  <a:pt x="0" y="5797658"/>
                </a:lnTo>
                <a:lnTo>
                  <a:pt x="0" y="5701949"/>
                </a:lnTo>
                <a:lnTo>
                  <a:pt x="913583" y="5701949"/>
                </a:lnTo>
                <a:lnTo>
                  <a:pt x="916191" y="5708756"/>
                </a:lnTo>
                <a:close/>
                <a:moveTo>
                  <a:pt x="4008819" y="5797658"/>
                </a:moveTo>
                <a:lnTo>
                  <a:pt x="3155979" y="5797658"/>
                </a:lnTo>
                <a:lnTo>
                  <a:pt x="3319931" y="5704488"/>
                </a:lnTo>
                <a:lnTo>
                  <a:pt x="3324027" y="5701949"/>
                </a:lnTo>
                <a:lnTo>
                  <a:pt x="4005092" y="5701949"/>
                </a:lnTo>
                <a:cubicBezTo>
                  <a:pt x="4006583" y="5733751"/>
                  <a:pt x="4007328" y="5765856"/>
                  <a:pt x="4008819" y="5797658"/>
                </a:cubicBezTo>
                <a:close/>
                <a:moveTo>
                  <a:pt x="1103940" y="6045411"/>
                </a:moveTo>
                <a:lnTo>
                  <a:pt x="0" y="6045411"/>
                </a:lnTo>
                <a:lnTo>
                  <a:pt x="0" y="5949702"/>
                </a:lnTo>
                <a:lnTo>
                  <a:pt x="1038682" y="5949702"/>
                </a:lnTo>
                <a:lnTo>
                  <a:pt x="1053197" y="5975104"/>
                </a:lnTo>
                <a:close/>
                <a:moveTo>
                  <a:pt x="4016458" y="6045411"/>
                </a:moveTo>
                <a:lnTo>
                  <a:pt x="2676033" y="6045411"/>
                </a:lnTo>
                <a:lnTo>
                  <a:pt x="2723075" y="6025162"/>
                </a:lnTo>
                <a:lnTo>
                  <a:pt x="2872118" y="5949702"/>
                </a:lnTo>
                <a:lnTo>
                  <a:pt x="4013477" y="5949702"/>
                </a:lnTo>
                <a:cubicBezTo>
                  <a:pt x="4014968" y="5981504"/>
                  <a:pt x="4015713" y="6013306"/>
                  <a:pt x="4016458" y="6045411"/>
                </a:cubicBezTo>
                <a:close/>
                <a:moveTo>
                  <a:pt x="1478623" y="6293163"/>
                </a:moveTo>
                <a:lnTo>
                  <a:pt x="0" y="6293163"/>
                </a:lnTo>
                <a:lnTo>
                  <a:pt x="0" y="6197455"/>
                </a:lnTo>
                <a:lnTo>
                  <a:pt x="1260756" y="6197455"/>
                </a:lnTo>
                <a:lnTo>
                  <a:pt x="1352123" y="6251606"/>
                </a:lnTo>
                <a:close/>
                <a:moveTo>
                  <a:pt x="4021862" y="6293163"/>
                </a:moveTo>
                <a:lnTo>
                  <a:pt x="1936874" y="6293163"/>
                </a:lnTo>
                <a:lnTo>
                  <a:pt x="2011366" y="6279908"/>
                </a:lnTo>
                <a:cubicBezTo>
                  <a:pt x="2055828" y="6270379"/>
                  <a:pt x="2101078" y="6259133"/>
                  <a:pt x="2147000" y="6246304"/>
                </a:cubicBezTo>
                <a:lnTo>
                  <a:pt x="2292580" y="6197455"/>
                </a:lnTo>
                <a:lnTo>
                  <a:pt x="4020185" y="6197455"/>
                </a:lnTo>
                <a:cubicBezTo>
                  <a:pt x="4021117" y="6229257"/>
                  <a:pt x="4021117" y="6261059"/>
                  <a:pt x="4021862" y="6293163"/>
                </a:cubicBezTo>
                <a:close/>
                <a:moveTo>
                  <a:pt x="4024843" y="6542128"/>
                </a:moveTo>
                <a:lnTo>
                  <a:pt x="0" y="6542128"/>
                </a:lnTo>
                <a:lnTo>
                  <a:pt x="0" y="6446419"/>
                </a:lnTo>
                <a:lnTo>
                  <a:pt x="4023353" y="6446419"/>
                </a:lnTo>
                <a:cubicBezTo>
                  <a:pt x="4024098" y="6477009"/>
                  <a:pt x="4024098" y="6508811"/>
                  <a:pt x="4024843" y="6542128"/>
                </a:cubicBez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11"/>
          <p:cNvSpPr/>
          <p:nvPr/>
        </p:nvSpPr>
        <p:spPr>
          <a:xfrm>
            <a:off x="0" y="179347"/>
            <a:ext cx="2377128" cy="6542128"/>
          </a:xfrm>
          <a:custGeom>
            <a:rect b="b" l="l" r="r" t="t"/>
            <a:pathLst>
              <a:path extrusionOk="0" h="21600" w="21600">
                <a:moveTo>
                  <a:pt x="20920" y="13914"/>
                </a:moveTo>
                <a:cubicBezTo>
                  <a:pt x="20937" y="14019"/>
                  <a:pt x="20957" y="14125"/>
                  <a:pt x="20973" y="14230"/>
                </a:cubicBezTo>
                <a:lnTo>
                  <a:pt x="0" y="14230"/>
                </a:lnTo>
                <a:lnTo>
                  <a:pt x="0" y="13914"/>
                </a:lnTo>
                <a:lnTo>
                  <a:pt x="20920" y="13914"/>
                </a:lnTo>
                <a:close/>
                <a:moveTo>
                  <a:pt x="0" y="15554"/>
                </a:moveTo>
                <a:lnTo>
                  <a:pt x="0" y="15870"/>
                </a:lnTo>
                <a:lnTo>
                  <a:pt x="21211" y="15870"/>
                </a:lnTo>
                <a:cubicBezTo>
                  <a:pt x="21199" y="15765"/>
                  <a:pt x="21182" y="15659"/>
                  <a:pt x="21170" y="15554"/>
                </a:cubicBezTo>
                <a:lnTo>
                  <a:pt x="0" y="15554"/>
                </a:lnTo>
                <a:close/>
                <a:moveTo>
                  <a:pt x="0" y="14732"/>
                </a:moveTo>
                <a:lnTo>
                  <a:pt x="0" y="15048"/>
                </a:lnTo>
                <a:lnTo>
                  <a:pt x="21100" y="15048"/>
                </a:lnTo>
                <a:cubicBezTo>
                  <a:pt x="21084" y="14942"/>
                  <a:pt x="21068" y="14837"/>
                  <a:pt x="21055" y="14732"/>
                </a:cubicBezTo>
                <a:lnTo>
                  <a:pt x="0" y="14732"/>
                </a:lnTo>
                <a:close/>
                <a:moveTo>
                  <a:pt x="0" y="13096"/>
                </a:moveTo>
                <a:lnTo>
                  <a:pt x="0" y="13412"/>
                </a:lnTo>
                <a:lnTo>
                  <a:pt x="20838" y="13412"/>
                </a:lnTo>
                <a:cubicBezTo>
                  <a:pt x="20818" y="13307"/>
                  <a:pt x="20802" y="13201"/>
                  <a:pt x="20781" y="13096"/>
                </a:cubicBezTo>
                <a:lnTo>
                  <a:pt x="0" y="13096"/>
                </a:lnTo>
                <a:close/>
                <a:moveTo>
                  <a:pt x="0" y="12278"/>
                </a:moveTo>
                <a:lnTo>
                  <a:pt x="0" y="12594"/>
                </a:lnTo>
                <a:lnTo>
                  <a:pt x="20683" y="12594"/>
                </a:lnTo>
                <a:cubicBezTo>
                  <a:pt x="20662" y="12489"/>
                  <a:pt x="20642" y="12383"/>
                  <a:pt x="20621" y="12278"/>
                </a:cubicBezTo>
                <a:lnTo>
                  <a:pt x="0" y="12278"/>
                </a:lnTo>
                <a:close/>
                <a:moveTo>
                  <a:pt x="0" y="19644"/>
                </a:moveTo>
                <a:lnTo>
                  <a:pt x="0" y="19960"/>
                </a:lnTo>
                <a:lnTo>
                  <a:pt x="21555" y="19960"/>
                </a:lnTo>
                <a:cubicBezTo>
                  <a:pt x="21551" y="19854"/>
                  <a:pt x="21547" y="19749"/>
                  <a:pt x="21539" y="19644"/>
                </a:cubicBezTo>
                <a:lnTo>
                  <a:pt x="0" y="19644"/>
                </a:lnTo>
                <a:close/>
                <a:moveTo>
                  <a:pt x="0" y="11460"/>
                </a:moveTo>
                <a:lnTo>
                  <a:pt x="0" y="11776"/>
                </a:lnTo>
                <a:lnTo>
                  <a:pt x="20515" y="11776"/>
                </a:lnTo>
                <a:cubicBezTo>
                  <a:pt x="20490" y="11671"/>
                  <a:pt x="20470" y="11565"/>
                  <a:pt x="20445" y="11460"/>
                </a:cubicBezTo>
                <a:lnTo>
                  <a:pt x="0" y="11460"/>
                </a:lnTo>
                <a:close/>
                <a:moveTo>
                  <a:pt x="0" y="10642"/>
                </a:moveTo>
                <a:lnTo>
                  <a:pt x="0" y="10958"/>
                </a:lnTo>
                <a:lnTo>
                  <a:pt x="20331" y="10958"/>
                </a:lnTo>
                <a:cubicBezTo>
                  <a:pt x="20306" y="10853"/>
                  <a:pt x="20281" y="10747"/>
                  <a:pt x="20257" y="10642"/>
                </a:cubicBezTo>
                <a:lnTo>
                  <a:pt x="0" y="10642"/>
                </a:lnTo>
                <a:close/>
                <a:moveTo>
                  <a:pt x="0" y="20778"/>
                </a:moveTo>
                <a:lnTo>
                  <a:pt x="21584" y="20778"/>
                </a:lnTo>
                <a:cubicBezTo>
                  <a:pt x="21580" y="20672"/>
                  <a:pt x="21580" y="20567"/>
                  <a:pt x="21575" y="20462"/>
                </a:cubicBezTo>
                <a:lnTo>
                  <a:pt x="0" y="20462"/>
                </a:lnTo>
                <a:lnTo>
                  <a:pt x="0" y="20778"/>
                </a:lnTo>
                <a:close/>
                <a:moveTo>
                  <a:pt x="0" y="16372"/>
                </a:moveTo>
                <a:lnTo>
                  <a:pt x="0" y="16688"/>
                </a:lnTo>
                <a:lnTo>
                  <a:pt x="21309" y="16688"/>
                </a:lnTo>
                <a:cubicBezTo>
                  <a:pt x="21297" y="16583"/>
                  <a:pt x="21285" y="16477"/>
                  <a:pt x="21272" y="16372"/>
                </a:cubicBezTo>
                <a:lnTo>
                  <a:pt x="0" y="16372"/>
                </a:lnTo>
                <a:close/>
                <a:moveTo>
                  <a:pt x="0" y="18826"/>
                </a:moveTo>
                <a:lnTo>
                  <a:pt x="0" y="19142"/>
                </a:lnTo>
                <a:lnTo>
                  <a:pt x="21514" y="19142"/>
                </a:lnTo>
                <a:cubicBezTo>
                  <a:pt x="21506" y="19037"/>
                  <a:pt x="21502" y="18931"/>
                  <a:pt x="21494" y="18826"/>
                </a:cubicBezTo>
                <a:lnTo>
                  <a:pt x="0" y="18826"/>
                </a:lnTo>
                <a:close/>
                <a:moveTo>
                  <a:pt x="0" y="17190"/>
                </a:moveTo>
                <a:lnTo>
                  <a:pt x="0" y="17506"/>
                </a:lnTo>
                <a:lnTo>
                  <a:pt x="21391" y="17506"/>
                </a:lnTo>
                <a:cubicBezTo>
                  <a:pt x="21383" y="17401"/>
                  <a:pt x="21371" y="17295"/>
                  <a:pt x="21362" y="17190"/>
                </a:cubicBezTo>
                <a:lnTo>
                  <a:pt x="0" y="17190"/>
                </a:lnTo>
                <a:close/>
                <a:moveTo>
                  <a:pt x="0" y="18008"/>
                </a:moveTo>
                <a:lnTo>
                  <a:pt x="0" y="18324"/>
                </a:lnTo>
                <a:lnTo>
                  <a:pt x="21461" y="18324"/>
                </a:lnTo>
                <a:cubicBezTo>
                  <a:pt x="21453" y="18219"/>
                  <a:pt x="21444" y="18113"/>
                  <a:pt x="21436" y="18008"/>
                </a:cubicBezTo>
                <a:lnTo>
                  <a:pt x="0" y="18008"/>
                </a:lnTo>
                <a:close/>
                <a:moveTo>
                  <a:pt x="0" y="818"/>
                </a:moveTo>
                <a:lnTo>
                  <a:pt x="0" y="1134"/>
                </a:lnTo>
                <a:lnTo>
                  <a:pt x="16760" y="1134"/>
                </a:lnTo>
                <a:cubicBezTo>
                  <a:pt x="16703" y="1025"/>
                  <a:pt x="16645" y="919"/>
                  <a:pt x="16592" y="818"/>
                </a:cubicBezTo>
                <a:lnTo>
                  <a:pt x="0" y="818"/>
                </a:lnTo>
                <a:close/>
                <a:moveTo>
                  <a:pt x="0" y="4094"/>
                </a:moveTo>
                <a:lnTo>
                  <a:pt x="0" y="4410"/>
                </a:lnTo>
                <a:lnTo>
                  <a:pt x="18267" y="4410"/>
                </a:lnTo>
                <a:cubicBezTo>
                  <a:pt x="18222" y="4305"/>
                  <a:pt x="18181" y="4199"/>
                  <a:pt x="18136" y="4094"/>
                </a:cubicBezTo>
                <a:lnTo>
                  <a:pt x="0" y="4094"/>
                </a:lnTo>
                <a:close/>
                <a:moveTo>
                  <a:pt x="0" y="1636"/>
                </a:moveTo>
                <a:lnTo>
                  <a:pt x="0" y="1952"/>
                </a:lnTo>
                <a:lnTo>
                  <a:pt x="17174" y="1952"/>
                </a:lnTo>
                <a:cubicBezTo>
                  <a:pt x="17120" y="1843"/>
                  <a:pt x="17067" y="1737"/>
                  <a:pt x="17018" y="1636"/>
                </a:cubicBezTo>
                <a:lnTo>
                  <a:pt x="0" y="1636"/>
                </a:lnTo>
                <a:close/>
                <a:moveTo>
                  <a:pt x="0" y="3272"/>
                </a:moveTo>
                <a:lnTo>
                  <a:pt x="0" y="3588"/>
                </a:lnTo>
                <a:lnTo>
                  <a:pt x="17923" y="3588"/>
                </a:lnTo>
                <a:cubicBezTo>
                  <a:pt x="17878" y="3483"/>
                  <a:pt x="17833" y="3377"/>
                  <a:pt x="17784" y="3272"/>
                </a:cubicBezTo>
                <a:lnTo>
                  <a:pt x="0" y="3272"/>
                </a:lnTo>
                <a:close/>
                <a:moveTo>
                  <a:pt x="0" y="2454"/>
                </a:moveTo>
                <a:lnTo>
                  <a:pt x="0" y="2770"/>
                </a:lnTo>
                <a:lnTo>
                  <a:pt x="17563" y="2770"/>
                </a:lnTo>
                <a:cubicBezTo>
                  <a:pt x="17513" y="2660"/>
                  <a:pt x="17464" y="2555"/>
                  <a:pt x="17415" y="2454"/>
                </a:cubicBezTo>
                <a:lnTo>
                  <a:pt x="0" y="2454"/>
                </a:lnTo>
                <a:close/>
                <a:moveTo>
                  <a:pt x="0" y="0"/>
                </a:moveTo>
                <a:lnTo>
                  <a:pt x="0" y="316"/>
                </a:lnTo>
                <a:lnTo>
                  <a:pt x="16314" y="316"/>
                </a:lnTo>
                <a:cubicBezTo>
                  <a:pt x="16248" y="198"/>
                  <a:pt x="16187" y="93"/>
                  <a:pt x="16129" y="0"/>
                </a:cubicBezTo>
                <a:lnTo>
                  <a:pt x="0" y="0"/>
                </a:lnTo>
                <a:close/>
                <a:moveTo>
                  <a:pt x="21592" y="21284"/>
                </a:moveTo>
                <a:lnTo>
                  <a:pt x="0" y="21284"/>
                </a:lnTo>
                <a:lnTo>
                  <a:pt x="0" y="21600"/>
                </a:lnTo>
                <a:lnTo>
                  <a:pt x="21600" y="21600"/>
                </a:lnTo>
                <a:cubicBezTo>
                  <a:pt x="21596" y="21490"/>
                  <a:pt x="21596" y="21385"/>
                  <a:pt x="21592" y="21284"/>
                </a:cubicBezTo>
                <a:close/>
                <a:moveTo>
                  <a:pt x="0" y="6548"/>
                </a:moveTo>
                <a:lnTo>
                  <a:pt x="0" y="6864"/>
                </a:lnTo>
                <a:lnTo>
                  <a:pt x="19172" y="6864"/>
                </a:lnTo>
                <a:cubicBezTo>
                  <a:pt x="19135" y="6759"/>
                  <a:pt x="19102" y="6653"/>
                  <a:pt x="19065" y="6548"/>
                </a:cubicBezTo>
                <a:lnTo>
                  <a:pt x="0" y="6548"/>
                </a:lnTo>
                <a:close/>
                <a:moveTo>
                  <a:pt x="0" y="8184"/>
                </a:moveTo>
                <a:lnTo>
                  <a:pt x="0" y="8500"/>
                </a:lnTo>
                <a:lnTo>
                  <a:pt x="19684" y="8500"/>
                </a:lnTo>
                <a:cubicBezTo>
                  <a:pt x="19651" y="8395"/>
                  <a:pt x="19622" y="8289"/>
                  <a:pt x="19589" y="8184"/>
                </a:cubicBezTo>
                <a:lnTo>
                  <a:pt x="0" y="8184"/>
                </a:lnTo>
                <a:close/>
                <a:moveTo>
                  <a:pt x="0" y="7366"/>
                </a:moveTo>
                <a:lnTo>
                  <a:pt x="0" y="7682"/>
                </a:lnTo>
                <a:lnTo>
                  <a:pt x="19438" y="7682"/>
                </a:lnTo>
                <a:cubicBezTo>
                  <a:pt x="19405" y="7577"/>
                  <a:pt x="19372" y="7471"/>
                  <a:pt x="19336" y="7366"/>
                </a:cubicBezTo>
                <a:lnTo>
                  <a:pt x="0" y="7366"/>
                </a:lnTo>
                <a:close/>
                <a:moveTo>
                  <a:pt x="0" y="9002"/>
                </a:moveTo>
                <a:lnTo>
                  <a:pt x="0" y="9318"/>
                </a:lnTo>
                <a:lnTo>
                  <a:pt x="19917" y="9318"/>
                </a:lnTo>
                <a:cubicBezTo>
                  <a:pt x="19888" y="9213"/>
                  <a:pt x="19860" y="9107"/>
                  <a:pt x="19831" y="9002"/>
                </a:cubicBezTo>
                <a:lnTo>
                  <a:pt x="0" y="9002"/>
                </a:lnTo>
                <a:close/>
                <a:moveTo>
                  <a:pt x="0" y="5730"/>
                </a:moveTo>
                <a:lnTo>
                  <a:pt x="0" y="6046"/>
                </a:lnTo>
                <a:lnTo>
                  <a:pt x="18889" y="6046"/>
                </a:lnTo>
                <a:cubicBezTo>
                  <a:pt x="18852" y="5941"/>
                  <a:pt x="18811" y="5835"/>
                  <a:pt x="18775" y="5730"/>
                </a:cubicBezTo>
                <a:lnTo>
                  <a:pt x="0" y="5730"/>
                </a:lnTo>
                <a:close/>
                <a:moveTo>
                  <a:pt x="0" y="9824"/>
                </a:moveTo>
                <a:lnTo>
                  <a:pt x="0" y="10140"/>
                </a:lnTo>
                <a:lnTo>
                  <a:pt x="20130" y="10140"/>
                </a:lnTo>
                <a:cubicBezTo>
                  <a:pt x="20101" y="10035"/>
                  <a:pt x="20077" y="9929"/>
                  <a:pt x="20048" y="9824"/>
                </a:cubicBezTo>
                <a:lnTo>
                  <a:pt x="0" y="9824"/>
                </a:lnTo>
                <a:close/>
                <a:moveTo>
                  <a:pt x="0" y="4912"/>
                </a:moveTo>
                <a:lnTo>
                  <a:pt x="0" y="5228"/>
                </a:lnTo>
                <a:lnTo>
                  <a:pt x="18586" y="5228"/>
                </a:lnTo>
                <a:cubicBezTo>
                  <a:pt x="18545" y="5123"/>
                  <a:pt x="18504" y="5017"/>
                  <a:pt x="18463" y="4912"/>
                </a:cubicBezTo>
                <a:lnTo>
                  <a:pt x="0" y="4912"/>
                </a:ln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11"/>
          <p:cNvSpPr/>
          <p:nvPr/>
        </p:nvSpPr>
        <p:spPr>
          <a:xfrm>
            <a:off x="0" y="5363553"/>
            <a:ext cx="12192000" cy="1494447"/>
          </a:xfrm>
          <a:custGeom>
            <a:rect b="b" l="l" r="r" t="t"/>
            <a:pathLst>
              <a:path extrusionOk="0" h="1494447" w="12192000">
                <a:moveTo>
                  <a:pt x="12192000" y="0"/>
                </a:moveTo>
                <a:lnTo>
                  <a:pt x="12192000" y="1494447"/>
                </a:lnTo>
                <a:lnTo>
                  <a:pt x="0" y="1494447"/>
                </a:lnTo>
                <a:lnTo>
                  <a:pt x="0" y="882485"/>
                </a:lnTo>
                <a:cubicBezTo>
                  <a:pt x="0" y="882485"/>
                  <a:pt x="4342904" y="299907"/>
                  <a:pt x="8982391" y="81440"/>
                </a:cubicBezTo>
                <a:lnTo>
                  <a:pt x="9434054" y="63139"/>
                </a:lnTo>
                <a:lnTo>
                  <a:pt x="9553427" y="185135"/>
                </a:lnTo>
                <a:cubicBezTo>
                  <a:pt x="9994194" y="618614"/>
                  <a:pt x="10410775" y="904193"/>
                  <a:pt x="10719430" y="863813"/>
                </a:cubicBezTo>
                <a:cubicBezTo>
                  <a:pt x="10996634" y="827128"/>
                  <a:pt x="11209599" y="523981"/>
                  <a:pt x="11359883" y="73796"/>
                </a:cubicBezTo>
                <a:lnTo>
                  <a:pt x="11380043" y="7578"/>
                </a:lnTo>
                <a:close/>
              </a:path>
            </a:pathLst>
          </a:custGeom>
          <a:solidFill>
            <a:schemeClr val="dk2"/>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11"/>
          <p:cNvSpPr/>
          <p:nvPr/>
        </p:nvSpPr>
        <p:spPr>
          <a:xfrm>
            <a:off x="8726677" y="5088940"/>
            <a:ext cx="1235868" cy="1112211"/>
          </a:xfrm>
          <a:custGeom>
            <a:rect b="b" l="l" r="r" t="t"/>
            <a:pathLst>
              <a:path extrusionOk="0" h="1112211" w="1235868">
                <a:moveTo>
                  <a:pt x="396346" y="0"/>
                </a:moveTo>
                <a:lnTo>
                  <a:pt x="444980" y="56126"/>
                </a:lnTo>
                <a:cubicBezTo>
                  <a:pt x="700838" y="343817"/>
                  <a:pt x="956611" y="599825"/>
                  <a:pt x="1196674" y="790928"/>
                </a:cubicBezTo>
                <a:lnTo>
                  <a:pt x="1235868" y="819878"/>
                </a:lnTo>
                <a:lnTo>
                  <a:pt x="1235578" y="822359"/>
                </a:lnTo>
                <a:cubicBezTo>
                  <a:pt x="1222835" y="869703"/>
                  <a:pt x="1196364" y="906666"/>
                  <a:pt x="1153694" y="928160"/>
                </a:cubicBezTo>
                <a:cubicBezTo>
                  <a:pt x="812330" y="1100111"/>
                  <a:pt x="-44929" y="1290994"/>
                  <a:pt x="1841" y="792814"/>
                </a:cubicBezTo>
                <a:cubicBezTo>
                  <a:pt x="48611" y="293456"/>
                  <a:pt x="333080" y="46880"/>
                  <a:pt x="333080" y="46880"/>
                </a:cubicBezTo>
                <a:close/>
              </a:path>
            </a:pathLst>
          </a:custGeom>
          <a:solidFill>
            <a:schemeClr val="accent4"/>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11"/>
          <p:cNvSpPr txBox="1"/>
          <p:nvPr>
            <p:ph type="title"/>
          </p:nvPr>
        </p:nvSpPr>
        <p:spPr>
          <a:xfrm>
            <a:off x="838200" y="365125"/>
            <a:ext cx="667788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Idea</a:t>
            </a:r>
            <a:endParaRPr/>
          </a:p>
        </p:txBody>
      </p:sp>
      <p:sp>
        <p:nvSpPr>
          <p:cNvPr id="156" name="Google Shape;156;p11"/>
          <p:cNvSpPr txBox="1"/>
          <p:nvPr>
            <p:ph idx="1" type="body"/>
          </p:nvPr>
        </p:nvSpPr>
        <p:spPr>
          <a:xfrm>
            <a:off x="838200" y="1825625"/>
            <a:ext cx="6677880" cy="3537928"/>
          </a:xfrm>
          <a:prstGeom prst="rect">
            <a:avLst/>
          </a:prstGeom>
          <a:noFill/>
          <a:ln>
            <a:noFill/>
          </a:ln>
        </p:spPr>
        <p:txBody>
          <a:bodyPr anchorCtr="0" anchor="t" bIns="45700" lIns="91425" spcFirstLastPara="1" rIns="91425" wrap="square" tIns="45700">
            <a:noAutofit/>
          </a:bodyPr>
          <a:lstStyle/>
          <a:p>
            <a:pPr indent="-209550" lvl="0" marL="228600" rtl="0" algn="l">
              <a:lnSpc>
                <a:spcPct val="90000"/>
              </a:lnSpc>
              <a:spcBef>
                <a:spcPts val="2200"/>
              </a:spcBef>
              <a:spcAft>
                <a:spcPts val="0"/>
              </a:spcAft>
              <a:buClr>
                <a:schemeClr val="dk1"/>
              </a:buClr>
              <a:buSzPts val="2500"/>
              <a:buChar char="•"/>
            </a:pPr>
            <a:r>
              <a:rPr lang="en-US" sz="2500"/>
              <a:t>S</a:t>
            </a:r>
            <a:r>
              <a:rPr lang="en-US" sz="2500"/>
              <a:t>ettled</a:t>
            </a:r>
            <a:r>
              <a:rPr lang="en-US" sz="2500"/>
              <a:t> on a 2D platformer</a:t>
            </a:r>
            <a:endParaRPr sz="2500"/>
          </a:p>
          <a:p>
            <a:pPr indent="-146050" lvl="0" marL="228600" rtl="0" algn="l">
              <a:lnSpc>
                <a:spcPct val="90000"/>
              </a:lnSpc>
              <a:spcBef>
                <a:spcPts val="2200"/>
              </a:spcBef>
              <a:spcAft>
                <a:spcPts val="0"/>
              </a:spcAft>
              <a:buSzPts val="1500"/>
              <a:buChar char="•"/>
            </a:pPr>
            <a:r>
              <a:rPr lang="en-US" sz="2500"/>
              <a:t>Used Unity for development and Piskel for animation</a:t>
            </a:r>
            <a:endParaRPr sz="2500"/>
          </a:p>
          <a:p>
            <a:pPr indent="-146050" lvl="0" marL="228600" rtl="0" algn="l">
              <a:lnSpc>
                <a:spcPct val="90000"/>
              </a:lnSpc>
              <a:spcBef>
                <a:spcPts val="2200"/>
              </a:spcBef>
              <a:spcAft>
                <a:spcPts val="0"/>
              </a:spcAft>
              <a:buSzPts val="1500"/>
              <a:buChar char="•"/>
            </a:pPr>
            <a:r>
              <a:rPr lang="en-US" sz="2500"/>
              <a:t>Brenden handled programming and Andre worked with design</a:t>
            </a:r>
            <a:endParaRPr sz="2500"/>
          </a:p>
        </p:txBody>
      </p:sp>
      <p:pic>
        <p:nvPicPr>
          <p:cNvPr id="157" name="Google Shape;157;p11"/>
          <p:cNvPicPr preferRelativeResize="0"/>
          <p:nvPr/>
        </p:nvPicPr>
        <p:blipFill>
          <a:blip r:embed="rId3">
            <a:alphaModFix/>
          </a:blip>
          <a:stretch>
            <a:fillRect/>
          </a:stretch>
        </p:blipFill>
        <p:spPr>
          <a:xfrm>
            <a:off x="7565550" y="1023672"/>
            <a:ext cx="4626450" cy="4626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F0"/>
        </a:solidFill>
      </p:bgPr>
    </p:bg>
    <p:spTree>
      <p:nvGrpSpPr>
        <p:cNvPr id="162" name="Shape 162"/>
        <p:cNvGrpSpPr/>
        <p:nvPr/>
      </p:nvGrpSpPr>
      <p:grpSpPr>
        <a:xfrm>
          <a:off x="0" y="0"/>
          <a:ext cx="0" cy="0"/>
          <a:chOff x="0" y="0"/>
          <a:chExt cx="0" cy="0"/>
        </a:xfrm>
      </p:grpSpPr>
      <p:sp>
        <p:nvSpPr>
          <p:cNvPr id="163" name="Google Shape;163;p12"/>
          <p:cNvSpPr/>
          <p:nvPr/>
        </p:nvSpPr>
        <p:spPr>
          <a:xfrm>
            <a:off x="0" y="0"/>
            <a:ext cx="12192000" cy="6858000"/>
          </a:xfrm>
          <a:custGeom>
            <a:rect b="b" l="l" r="r" t="t"/>
            <a:pathLst>
              <a:path extrusionOk="0" h="6858000" w="12192000">
                <a:moveTo>
                  <a:pt x="10556455" y="405874"/>
                </a:moveTo>
                <a:cubicBezTo>
                  <a:pt x="9937078" y="373788"/>
                  <a:pt x="9028481" y="886129"/>
                  <a:pt x="8298270" y="1384878"/>
                </a:cubicBezTo>
                <a:cubicBezTo>
                  <a:pt x="7596512" y="1864119"/>
                  <a:pt x="7423304" y="2826094"/>
                  <a:pt x="7911358" y="3521664"/>
                </a:cubicBezTo>
                <a:cubicBezTo>
                  <a:pt x="8744579" y="4708993"/>
                  <a:pt x="10013933" y="6319662"/>
                  <a:pt x="10719430" y="6227366"/>
                </a:cubicBezTo>
                <a:cubicBezTo>
                  <a:pt x="11828246" y="6080624"/>
                  <a:pt x="11909242" y="1670501"/>
                  <a:pt x="11062106" y="640103"/>
                </a:cubicBezTo>
                <a:cubicBezTo>
                  <a:pt x="10937237" y="487757"/>
                  <a:pt x="10762914" y="416569"/>
                  <a:pt x="10556455" y="405874"/>
                </a:cubicBez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 name="Google Shape;164;p12"/>
          <p:cNvSpPr/>
          <p:nvPr/>
        </p:nvSpPr>
        <p:spPr>
          <a:xfrm rot="10800000">
            <a:off x="8167157" y="179347"/>
            <a:ext cx="4024843" cy="6542128"/>
          </a:xfrm>
          <a:custGeom>
            <a:rect b="b" l="l" r="r" t="t"/>
            <a:pathLst>
              <a:path extrusionOk="0" h="6542128" w="4024843">
                <a:moveTo>
                  <a:pt x="3039874" y="95709"/>
                </a:moveTo>
                <a:lnTo>
                  <a:pt x="0" y="95709"/>
                </a:lnTo>
                <a:lnTo>
                  <a:pt x="0" y="0"/>
                </a:lnTo>
                <a:lnTo>
                  <a:pt x="3005402" y="0"/>
                </a:lnTo>
                <a:cubicBezTo>
                  <a:pt x="3016210" y="28168"/>
                  <a:pt x="3027576" y="59970"/>
                  <a:pt x="3039874" y="95709"/>
                </a:cubicBezTo>
                <a:close/>
                <a:moveTo>
                  <a:pt x="3122980" y="343462"/>
                </a:moveTo>
                <a:lnTo>
                  <a:pt x="0" y="343462"/>
                </a:lnTo>
                <a:lnTo>
                  <a:pt x="0" y="247753"/>
                </a:lnTo>
                <a:lnTo>
                  <a:pt x="3091676" y="247753"/>
                </a:lnTo>
                <a:cubicBezTo>
                  <a:pt x="3101552" y="278344"/>
                  <a:pt x="3112359" y="310448"/>
                  <a:pt x="3122980" y="343462"/>
                </a:cubicBezTo>
                <a:close/>
                <a:moveTo>
                  <a:pt x="1250048" y="591215"/>
                </a:moveTo>
                <a:lnTo>
                  <a:pt x="0" y="591215"/>
                </a:lnTo>
                <a:lnTo>
                  <a:pt x="0" y="495506"/>
                </a:lnTo>
                <a:lnTo>
                  <a:pt x="1467151" y="495506"/>
                </a:lnTo>
                <a:lnTo>
                  <a:pt x="1371627" y="520123"/>
                </a:lnTo>
                <a:cubicBezTo>
                  <a:pt x="1338981" y="532803"/>
                  <a:pt x="1307335" y="549412"/>
                  <a:pt x="1276687" y="569719"/>
                </a:cubicBezTo>
                <a:close/>
                <a:moveTo>
                  <a:pt x="3200123" y="591215"/>
                </a:moveTo>
                <a:lnTo>
                  <a:pt x="1885620" y="591215"/>
                </a:lnTo>
                <a:lnTo>
                  <a:pt x="1761609" y="535172"/>
                </a:lnTo>
                <a:cubicBezTo>
                  <a:pt x="1709682" y="516408"/>
                  <a:pt x="1659469" y="503258"/>
                  <a:pt x="1611214" y="496241"/>
                </a:cubicBezTo>
                <a:lnTo>
                  <a:pt x="1563383" y="495506"/>
                </a:lnTo>
                <a:lnTo>
                  <a:pt x="3171054" y="495506"/>
                </a:lnTo>
                <a:cubicBezTo>
                  <a:pt x="3180185" y="526096"/>
                  <a:pt x="3190061" y="558201"/>
                  <a:pt x="3200123" y="591215"/>
                </a:cubicBezTo>
                <a:close/>
                <a:moveTo>
                  <a:pt x="1032550" y="838968"/>
                </a:moveTo>
                <a:lnTo>
                  <a:pt x="0" y="838968"/>
                </a:lnTo>
                <a:lnTo>
                  <a:pt x="0" y="743259"/>
                </a:lnTo>
                <a:lnTo>
                  <a:pt x="1098415" y="743259"/>
                </a:lnTo>
                <a:close/>
                <a:moveTo>
                  <a:pt x="3272607" y="838968"/>
                </a:moveTo>
                <a:lnTo>
                  <a:pt x="2265075" y="838968"/>
                </a:lnTo>
                <a:lnTo>
                  <a:pt x="2135504" y="743259"/>
                </a:lnTo>
                <a:lnTo>
                  <a:pt x="3245030" y="743259"/>
                </a:lnTo>
                <a:cubicBezTo>
                  <a:pt x="3254160" y="773849"/>
                  <a:pt x="3263290" y="805651"/>
                  <a:pt x="3272607" y="838968"/>
                </a:cubicBezTo>
                <a:close/>
                <a:moveTo>
                  <a:pt x="907305" y="1086720"/>
                </a:moveTo>
                <a:lnTo>
                  <a:pt x="0" y="1086720"/>
                </a:lnTo>
                <a:lnTo>
                  <a:pt x="0" y="991011"/>
                </a:lnTo>
                <a:lnTo>
                  <a:pt x="949893" y="991011"/>
                </a:lnTo>
                <a:close/>
                <a:moveTo>
                  <a:pt x="3339688" y="1086720"/>
                </a:moveTo>
                <a:lnTo>
                  <a:pt x="2547145" y="1086720"/>
                </a:lnTo>
                <a:lnTo>
                  <a:pt x="2451397" y="996585"/>
                </a:lnTo>
                <a:lnTo>
                  <a:pt x="2444825" y="991011"/>
                </a:lnTo>
                <a:lnTo>
                  <a:pt x="3313788" y="991011"/>
                </a:lnTo>
                <a:cubicBezTo>
                  <a:pt x="3322918" y="1022813"/>
                  <a:pt x="3331303" y="1054918"/>
                  <a:pt x="3339688" y="1086720"/>
                </a:cubicBezTo>
                <a:close/>
                <a:moveTo>
                  <a:pt x="816420" y="1335685"/>
                </a:moveTo>
                <a:lnTo>
                  <a:pt x="0" y="1335685"/>
                </a:lnTo>
                <a:lnTo>
                  <a:pt x="0" y="1239976"/>
                </a:lnTo>
                <a:lnTo>
                  <a:pt x="848308" y="1239976"/>
                </a:lnTo>
                <a:lnTo>
                  <a:pt x="832117" y="1284126"/>
                </a:lnTo>
                <a:close/>
                <a:moveTo>
                  <a:pt x="3403787" y="1335685"/>
                </a:moveTo>
                <a:lnTo>
                  <a:pt x="2797969" y="1335685"/>
                </a:lnTo>
                <a:lnTo>
                  <a:pt x="2704316" y="1239976"/>
                </a:lnTo>
                <a:lnTo>
                  <a:pt x="3379378" y="1239976"/>
                </a:lnTo>
                <a:cubicBezTo>
                  <a:pt x="3387762" y="1271778"/>
                  <a:pt x="3395402" y="1303883"/>
                  <a:pt x="3403787" y="1335685"/>
                </a:cubicBezTo>
                <a:close/>
                <a:moveTo>
                  <a:pt x="747343" y="1583437"/>
                </a:moveTo>
                <a:lnTo>
                  <a:pt x="0" y="1583437"/>
                </a:lnTo>
                <a:lnTo>
                  <a:pt x="0" y="1487729"/>
                </a:lnTo>
                <a:lnTo>
                  <a:pt x="771575" y="1487729"/>
                </a:lnTo>
                <a:close/>
                <a:moveTo>
                  <a:pt x="3463228" y="1583437"/>
                </a:moveTo>
                <a:lnTo>
                  <a:pt x="3026433" y="1583437"/>
                </a:lnTo>
                <a:lnTo>
                  <a:pt x="3020343" y="1576409"/>
                </a:lnTo>
                <a:lnTo>
                  <a:pt x="2939151" y="1487729"/>
                </a:lnTo>
                <a:lnTo>
                  <a:pt x="3440309" y="1487729"/>
                </a:lnTo>
                <a:cubicBezTo>
                  <a:pt x="3447949" y="1519531"/>
                  <a:pt x="3455588" y="1551635"/>
                  <a:pt x="3463228" y="1583437"/>
                </a:cubicBezTo>
                <a:close/>
                <a:moveTo>
                  <a:pt x="692583" y="1831190"/>
                </a:moveTo>
                <a:lnTo>
                  <a:pt x="0" y="1831190"/>
                </a:lnTo>
                <a:lnTo>
                  <a:pt x="0" y="1735481"/>
                </a:lnTo>
                <a:lnTo>
                  <a:pt x="712665" y="1735481"/>
                </a:lnTo>
                <a:close/>
                <a:moveTo>
                  <a:pt x="3519688" y="1831190"/>
                </a:moveTo>
                <a:lnTo>
                  <a:pt x="3239251" y="1831190"/>
                </a:lnTo>
                <a:lnTo>
                  <a:pt x="3212009" y="1797599"/>
                </a:lnTo>
                <a:lnTo>
                  <a:pt x="3158182" y="1735481"/>
                </a:lnTo>
                <a:lnTo>
                  <a:pt x="3498446" y="1735481"/>
                </a:lnTo>
                <a:cubicBezTo>
                  <a:pt x="3505154" y="1767283"/>
                  <a:pt x="3512794" y="1799388"/>
                  <a:pt x="3519688" y="1831190"/>
                </a:cubicBezTo>
                <a:close/>
                <a:moveTo>
                  <a:pt x="650515" y="2078943"/>
                </a:moveTo>
                <a:lnTo>
                  <a:pt x="0" y="2078943"/>
                </a:lnTo>
                <a:lnTo>
                  <a:pt x="0" y="1983234"/>
                </a:lnTo>
                <a:lnTo>
                  <a:pt x="665825" y="1983234"/>
                </a:lnTo>
                <a:lnTo>
                  <a:pt x="653507" y="2054753"/>
                </a:lnTo>
                <a:close/>
                <a:moveTo>
                  <a:pt x="3572421" y="2078943"/>
                </a:moveTo>
                <a:lnTo>
                  <a:pt x="3440176" y="2078943"/>
                </a:lnTo>
                <a:lnTo>
                  <a:pt x="3362557" y="1983234"/>
                </a:lnTo>
                <a:lnTo>
                  <a:pt x="3552483" y="1983234"/>
                </a:lnTo>
                <a:cubicBezTo>
                  <a:pt x="3559377" y="2015036"/>
                  <a:pt x="3565526" y="2047141"/>
                  <a:pt x="3572421" y="2078943"/>
                </a:cubicBezTo>
                <a:close/>
                <a:moveTo>
                  <a:pt x="3616408" y="2298606"/>
                </a:moveTo>
                <a:lnTo>
                  <a:pt x="3589576" y="2263162"/>
                </a:lnTo>
                <a:lnTo>
                  <a:pt x="3563483" y="2230987"/>
                </a:lnTo>
                <a:lnTo>
                  <a:pt x="3602980" y="2230987"/>
                </a:lnTo>
                <a:close/>
                <a:moveTo>
                  <a:pt x="619880" y="2326696"/>
                </a:moveTo>
                <a:lnTo>
                  <a:pt x="0" y="2326696"/>
                </a:lnTo>
                <a:lnTo>
                  <a:pt x="0" y="2230987"/>
                </a:lnTo>
                <a:lnTo>
                  <a:pt x="631714" y="2230987"/>
                </a:lnTo>
                <a:close/>
                <a:moveTo>
                  <a:pt x="593685" y="2574449"/>
                </a:moveTo>
                <a:lnTo>
                  <a:pt x="0" y="2574449"/>
                </a:lnTo>
                <a:lnTo>
                  <a:pt x="0" y="2478740"/>
                </a:lnTo>
                <a:lnTo>
                  <a:pt x="601079" y="2478740"/>
                </a:lnTo>
                <a:lnTo>
                  <a:pt x="599095" y="2494786"/>
                </a:lnTo>
                <a:close/>
                <a:moveTo>
                  <a:pt x="576861" y="2822201"/>
                </a:moveTo>
                <a:lnTo>
                  <a:pt x="0" y="2822201"/>
                </a:lnTo>
                <a:lnTo>
                  <a:pt x="0" y="2726493"/>
                </a:lnTo>
                <a:lnTo>
                  <a:pt x="583360" y="2726493"/>
                </a:lnTo>
                <a:close/>
                <a:moveTo>
                  <a:pt x="565701" y="3071166"/>
                </a:moveTo>
                <a:lnTo>
                  <a:pt x="0" y="3071166"/>
                </a:lnTo>
                <a:lnTo>
                  <a:pt x="0" y="2975457"/>
                </a:lnTo>
                <a:lnTo>
                  <a:pt x="567409" y="2975457"/>
                </a:lnTo>
                <a:close/>
                <a:moveTo>
                  <a:pt x="561279" y="3318919"/>
                </a:moveTo>
                <a:lnTo>
                  <a:pt x="0" y="3318919"/>
                </a:lnTo>
                <a:lnTo>
                  <a:pt x="0" y="3223210"/>
                </a:lnTo>
                <a:lnTo>
                  <a:pt x="562987" y="3223210"/>
                </a:lnTo>
                <a:close/>
                <a:moveTo>
                  <a:pt x="563542" y="3566671"/>
                </a:moveTo>
                <a:lnTo>
                  <a:pt x="0" y="3566671"/>
                </a:lnTo>
                <a:lnTo>
                  <a:pt x="0" y="3470962"/>
                </a:lnTo>
                <a:lnTo>
                  <a:pt x="560626" y="3470962"/>
                </a:lnTo>
                <a:close/>
                <a:moveTo>
                  <a:pt x="571090" y="3814424"/>
                </a:moveTo>
                <a:lnTo>
                  <a:pt x="0" y="3814424"/>
                </a:lnTo>
                <a:lnTo>
                  <a:pt x="0" y="3718715"/>
                </a:lnTo>
                <a:lnTo>
                  <a:pt x="568174" y="3718715"/>
                </a:lnTo>
                <a:close/>
                <a:moveTo>
                  <a:pt x="586791" y="4062177"/>
                </a:moveTo>
                <a:lnTo>
                  <a:pt x="0" y="4062177"/>
                </a:lnTo>
                <a:lnTo>
                  <a:pt x="0" y="3966468"/>
                </a:lnTo>
                <a:lnTo>
                  <a:pt x="579081" y="3966468"/>
                </a:lnTo>
                <a:close/>
                <a:moveTo>
                  <a:pt x="606750" y="4309929"/>
                </a:moveTo>
                <a:lnTo>
                  <a:pt x="0" y="4309929"/>
                </a:lnTo>
                <a:lnTo>
                  <a:pt x="0" y="4214221"/>
                </a:lnTo>
                <a:lnTo>
                  <a:pt x="599040" y="4214221"/>
                </a:lnTo>
                <a:close/>
                <a:moveTo>
                  <a:pt x="637841" y="4557683"/>
                </a:moveTo>
                <a:lnTo>
                  <a:pt x="0" y="4557683"/>
                </a:lnTo>
                <a:lnTo>
                  <a:pt x="0" y="4461974"/>
                </a:lnTo>
                <a:lnTo>
                  <a:pt x="624782" y="4461974"/>
                </a:lnTo>
                <a:close/>
                <a:moveTo>
                  <a:pt x="672413" y="4806647"/>
                </a:moveTo>
                <a:lnTo>
                  <a:pt x="0" y="4806647"/>
                </a:lnTo>
                <a:lnTo>
                  <a:pt x="0" y="4710938"/>
                </a:lnTo>
                <a:lnTo>
                  <a:pt x="658751" y="4710938"/>
                </a:lnTo>
                <a:lnTo>
                  <a:pt x="670124" y="4794299"/>
                </a:lnTo>
                <a:close/>
                <a:moveTo>
                  <a:pt x="720385" y="5054399"/>
                </a:moveTo>
                <a:lnTo>
                  <a:pt x="0" y="5054399"/>
                </a:lnTo>
                <a:lnTo>
                  <a:pt x="0" y="4958690"/>
                </a:lnTo>
                <a:lnTo>
                  <a:pt x="700587" y="4958690"/>
                </a:lnTo>
                <a:lnTo>
                  <a:pt x="708242" y="5000002"/>
                </a:lnTo>
                <a:close/>
                <a:moveTo>
                  <a:pt x="780364" y="5302153"/>
                </a:moveTo>
                <a:lnTo>
                  <a:pt x="0" y="5302153"/>
                </a:lnTo>
                <a:lnTo>
                  <a:pt x="0" y="5206443"/>
                </a:lnTo>
                <a:lnTo>
                  <a:pt x="754796" y="5206443"/>
                </a:lnTo>
                <a:close/>
                <a:moveTo>
                  <a:pt x="3985899" y="5302153"/>
                </a:moveTo>
                <a:lnTo>
                  <a:pt x="3939022" y="5302153"/>
                </a:lnTo>
                <a:lnTo>
                  <a:pt x="3983969" y="5267970"/>
                </a:lnTo>
                <a:close/>
                <a:moveTo>
                  <a:pt x="855417" y="5549905"/>
                </a:moveTo>
                <a:lnTo>
                  <a:pt x="0" y="5549905"/>
                </a:lnTo>
                <a:lnTo>
                  <a:pt x="0" y="5454196"/>
                </a:lnTo>
                <a:lnTo>
                  <a:pt x="824854" y="5454196"/>
                </a:lnTo>
                <a:close/>
                <a:moveTo>
                  <a:pt x="3998943" y="5549905"/>
                </a:moveTo>
                <a:lnTo>
                  <a:pt x="3569327" y="5549905"/>
                </a:lnTo>
                <a:lnTo>
                  <a:pt x="3612452" y="5523175"/>
                </a:lnTo>
                <a:lnTo>
                  <a:pt x="3716442" y="5454196"/>
                </a:lnTo>
                <a:lnTo>
                  <a:pt x="3994284" y="5454196"/>
                </a:lnTo>
                <a:cubicBezTo>
                  <a:pt x="3995775" y="5485998"/>
                  <a:pt x="3997452" y="5518103"/>
                  <a:pt x="3998943" y="5549905"/>
                </a:cubicBezTo>
                <a:close/>
                <a:moveTo>
                  <a:pt x="957459" y="5797658"/>
                </a:moveTo>
                <a:lnTo>
                  <a:pt x="0" y="5797658"/>
                </a:lnTo>
                <a:lnTo>
                  <a:pt x="0" y="5701949"/>
                </a:lnTo>
                <a:lnTo>
                  <a:pt x="913583" y="5701949"/>
                </a:lnTo>
                <a:lnTo>
                  <a:pt x="916191" y="5708756"/>
                </a:lnTo>
                <a:close/>
                <a:moveTo>
                  <a:pt x="4008819" y="5797658"/>
                </a:moveTo>
                <a:lnTo>
                  <a:pt x="3155979" y="5797658"/>
                </a:lnTo>
                <a:lnTo>
                  <a:pt x="3319931" y="5704488"/>
                </a:lnTo>
                <a:lnTo>
                  <a:pt x="3324027" y="5701949"/>
                </a:lnTo>
                <a:lnTo>
                  <a:pt x="4005092" y="5701949"/>
                </a:lnTo>
                <a:cubicBezTo>
                  <a:pt x="4006583" y="5733751"/>
                  <a:pt x="4007328" y="5765856"/>
                  <a:pt x="4008819" y="5797658"/>
                </a:cubicBezTo>
                <a:close/>
                <a:moveTo>
                  <a:pt x="1103940" y="6045411"/>
                </a:moveTo>
                <a:lnTo>
                  <a:pt x="0" y="6045411"/>
                </a:lnTo>
                <a:lnTo>
                  <a:pt x="0" y="5949702"/>
                </a:lnTo>
                <a:lnTo>
                  <a:pt x="1038682" y="5949702"/>
                </a:lnTo>
                <a:lnTo>
                  <a:pt x="1053197" y="5975104"/>
                </a:lnTo>
                <a:close/>
                <a:moveTo>
                  <a:pt x="4016458" y="6045411"/>
                </a:moveTo>
                <a:lnTo>
                  <a:pt x="2676033" y="6045411"/>
                </a:lnTo>
                <a:lnTo>
                  <a:pt x="2723075" y="6025162"/>
                </a:lnTo>
                <a:lnTo>
                  <a:pt x="2872118" y="5949702"/>
                </a:lnTo>
                <a:lnTo>
                  <a:pt x="4013477" y="5949702"/>
                </a:lnTo>
                <a:cubicBezTo>
                  <a:pt x="4014968" y="5981504"/>
                  <a:pt x="4015713" y="6013306"/>
                  <a:pt x="4016458" y="6045411"/>
                </a:cubicBezTo>
                <a:close/>
                <a:moveTo>
                  <a:pt x="1478623" y="6293163"/>
                </a:moveTo>
                <a:lnTo>
                  <a:pt x="0" y="6293163"/>
                </a:lnTo>
                <a:lnTo>
                  <a:pt x="0" y="6197455"/>
                </a:lnTo>
                <a:lnTo>
                  <a:pt x="1260756" y="6197455"/>
                </a:lnTo>
                <a:lnTo>
                  <a:pt x="1352123" y="6251606"/>
                </a:lnTo>
                <a:close/>
                <a:moveTo>
                  <a:pt x="4021862" y="6293163"/>
                </a:moveTo>
                <a:lnTo>
                  <a:pt x="1936874" y="6293163"/>
                </a:lnTo>
                <a:lnTo>
                  <a:pt x="2011366" y="6279908"/>
                </a:lnTo>
                <a:cubicBezTo>
                  <a:pt x="2055828" y="6270379"/>
                  <a:pt x="2101078" y="6259133"/>
                  <a:pt x="2147000" y="6246304"/>
                </a:cubicBezTo>
                <a:lnTo>
                  <a:pt x="2292580" y="6197455"/>
                </a:lnTo>
                <a:lnTo>
                  <a:pt x="4020185" y="6197455"/>
                </a:lnTo>
                <a:cubicBezTo>
                  <a:pt x="4021117" y="6229257"/>
                  <a:pt x="4021117" y="6261059"/>
                  <a:pt x="4021862" y="6293163"/>
                </a:cubicBezTo>
                <a:close/>
                <a:moveTo>
                  <a:pt x="4024843" y="6542128"/>
                </a:moveTo>
                <a:lnTo>
                  <a:pt x="0" y="6542128"/>
                </a:lnTo>
                <a:lnTo>
                  <a:pt x="0" y="6446419"/>
                </a:lnTo>
                <a:lnTo>
                  <a:pt x="4023353" y="6446419"/>
                </a:lnTo>
                <a:cubicBezTo>
                  <a:pt x="4024098" y="6477009"/>
                  <a:pt x="4024098" y="6508811"/>
                  <a:pt x="4024843" y="6542128"/>
                </a:cubicBez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12"/>
          <p:cNvSpPr/>
          <p:nvPr/>
        </p:nvSpPr>
        <p:spPr>
          <a:xfrm>
            <a:off x="0" y="179347"/>
            <a:ext cx="2377134" cy="6542154"/>
          </a:xfrm>
          <a:custGeom>
            <a:rect b="b" l="l" r="r" t="t"/>
            <a:pathLst>
              <a:path extrusionOk="0" h="21600" w="21600">
                <a:moveTo>
                  <a:pt x="20920" y="13914"/>
                </a:moveTo>
                <a:cubicBezTo>
                  <a:pt x="20937" y="14019"/>
                  <a:pt x="20957" y="14125"/>
                  <a:pt x="20973" y="14230"/>
                </a:cubicBezTo>
                <a:lnTo>
                  <a:pt x="0" y="14230"/>
                </a:lnTo>
                <a:lnTo>
                  <a:pt x="0" y="13914"/>
                </a:lnTo>
                <a:lnTo>
                  <a:pt x="20920" y="13914"/>
                </a:lnTo>
                <a:close/>
                <a:moveTo>
                  <a:pt x="0" y="15554"/>
                </a:moveTo>
                <a:lnTo>
                  <a:pt x="0" y="15870"/>
                </a:lnTo>
                <a:lnTo>
                  <a:pt x="21211" y="15870"/>
                </a:lnTo>
                <a:cubicBezTo>
                  <a:pt x="21199" y="15765"/>
                  <a:pt x="21182" y="15659"/>
                  <a:pt x="21170" y="15554"/>
                </a:cubicBezTo>
                <a:lnTo>
                  <a:pt x="0" y="15554"/>
                </a:lnTo>
                <a:close/>
                <a:moveTo>
                  <a:pt x="0" y="14732"/>
                </a:moveTo>
                <a:lnTo>
                  <a:pt x="0" y="15048"/>
                </a:lnTo>
                <a:lnTo>
                  <a:pt x="21100" y="15048"/>
                </a:lnTo>
                <a:cubicBezTo>
                  <a:pt x="21084" y="14942"/>
                  <a:pt x="21068" y="14837"/>
                  <a:pt x="21055" y="14732"/>
                </a:cubicBezTo>
                <a:lnTo>
                  <a:pt x="0" y="14732"/>
                </a:lnTo>
                <a:close/>
                <a:moveTo>
                  <a:pt x="0" y="13096"/>
                </a:moveTo>
                <a:lnTo>
                  <a:pt x="0" y="13412"/>
                </a:lnTo>
                <a:lnTo>
                  <a:pt x="20838" y="13412"/>
                </a:lnTo>
                <a:cubicBezTo>
                  <a:pt x="20818" y="13307"/>
                  <a:pt x="20802" y="13201"/>
                  <a:pt x="20781" y="13096"/>
                </a:cubicBezTo>
                <a:lnTo>
                  <a:pt x="0" y="13096"/>
                </a:lnTo>
                <a:close/>
                <a:moveTo>
                  <a:pt x="0" y="12278"/>
                </a:moveTo>
                <a:lnTo>
                  <a:pt x="0" y="12594"/>
                </a:lnTo>
                <a:lnTo>
                  <a:pt x="20683" y="12594"/>
                </a:lnTo>
                <a:cubicBezTo>
                  <a:pt x="20662" y="12489"/>
                  <a:pt x="20642" y="12383"/>
                  <a:pt x="20621" y="12278"/>
                </a:cubicBezTo>
                <a:lnTo>
                  <a:pt x="0" y="12278"/>
                </a:lnTo>
                <a:close/>
                <a:moveTo>
                  <a:pt x="0" y="19644"/>
                </a:moveTo>
                <a:lnTo>
                  <a:pt x="0" y="19960"/>
                </a:lnTo>
                <a:lnTo>
                  <a:pt x="21555" y="19960"/>
                </a:lnTo>
                <a:cubicBezTo>
                  <a:pt x="21551" y="19854"/>
                  <a:pt x="21547" y="19749"/>
                  <a:pt x="21539" y="19644"/>
                </a:cubicBezTo>
                <a:lnTo>
                  <a:pt x="0" y="19644"/>
                </a:lnTo>
                <a:close/>
                <a:moveTo>
                  <a:pt x="0" y="11460"/>
                </a:moveTo>
                <a:lnTo>
                  <a:pt x="0" y="11776"/>
                </a:lnTo>
                <a:lnTo>
                  <a:pt x="20515" y="11776"/>
                </a:lnTo>
                <a:cubicBezTo>
                  <a:pt x="20490" y="11671"/>
                  <a:pt x="20470" y="11565"/>
                  <a:pt x="20445" y="11460"/>
                </a:cubicBezTo>
                <a:lnTo>
                  <a:pt x="0" y="11460"/>
                </a:lnTo>
                <a:close/>
                <a:moveTo>
                  <a:pt x="0" y="10642"/>
                </a:moveTo>
                <a:lnTo>
                  <a:pt x="0" y="10958"/>
                </a:lnTo>
                <a:lnTo>
                  <a:pt x="20331" y="10958"/>
                </a:lnTo>
                <a:cubicBezTo>
                  <a:pt x="20306" y="10853"/>
                  <a:pt x="20281" y="10747"/>
                  <a:pt x="20257" y="10642"/>
                </a:cubicBezTo>
                <a:lnTo>
                  <a:pt x="0" y="10642"/>
                </a:lnTo>
                <a:close/>
                <a:moveTo>
                  <a:pt x="0" y="20778"/>
                </a:moveTo>
                <a:lnTo>
                  <a:pt x="21584" y="20778"/>
                </a:lnTo>
                <a:cubicBezTo>
                  <a:pt x="21580" y="20672"/>
                  <a:pt x="21580" y="20567"/>
                  <a:pt x="21575" y="20462"/>
                </a:cubicBezTo>
                <a:lnTo>
                  <a:pt x="0" y="20462"/>
                </a:lnTo>
                <a:lnTo>
                  <a:pt x="0" y="20778"/>
                </a:lnTo>
                <a:close/>
                <a:moveTo>
                  <a:pt x="0" y="16372"/>
                </a:moveTo>
                <a:lnTo>
                  <a:pt x="0" y="16688"/>
                </a:lnTo>
                <a:lnTo>
                  <a:pt x="21309" y="16688"/>
                </a:lnTo>
                <a:cubicBezTo>
                  <a:pt x="21297" y="16583"/>
                  <a:pt x="21285" y="16477"/>
                  <a:pt x="21272" y="16372"/>
                </a:cubicBezTo>
                <a:lnTo>
                  <a:pt x="0" y="16372"/>
                </a:lnTo>
                <a:close/>
                <a:moveTo>
                  <a:pt x="0" y="18826"/>
                </a:moveTo>
                <a:lnTo>
                  <a:pt x="0" y="19142"/>
                </a:lnTo>
                <a:lnTo>
                  <a:pt x="21514" y="19142"/>
                </a:lnTo>
                <a:cubicBezTo>
                  <a:pt x="21506" y="19037"/>
                  <a:pt x="21502" y="18931"/>
                  <a:pt x="21494" y="18826"/>
                </a:cubicBezTo>
                <a:lnTo>
                  <a:pt x="0" y="18826"/>
                </a:lnTo>
                <a:close/>
                <a:moveTo>
                  <a:pt x="0" y="17190"/>
                </a:moveTo>
                <a:lnTo>
                  <a:pt x="0" y="17506"/>
                </a:lnTo>
                <a:lnTo>
                  <a:pt x="21391" y="17506"/>
                </a:lnTo>
                <a:cubicBezTo>
                  <a:pt x="21383" y="17401"/>
                  <a:pt x="21371" y="17295"/>
                  <a:pt x="21362" y="17190"/>
                </a:cubicBezTo>
                <a:lnTo>
                  <a:pt x="0" y="17190"/>
                </a:lnTo>
                <a:close/>
                <a:moveTo>
                  <a:pt x="0" y="18008"/>
                </a:moveTo>
                <a:lnTo>
                  <a:pt x="0" y="18324"/>
                </a:lnTo>
                <a:lnTo>
                  <a:pt x="21461" y="18324"/>
                </a:lnTo>
                <a:cubicBezTo>
                  <a:pt x="21453" y="18219"/>
                  <a:pt x="21444" y="18113"/>
                  <a:pt x="21436" y="18008"/>
                </a:cubicBezTo>
                <a:lnTo>
                  <a:pt x="0" y="18008"/>
                </a:lnTo>
                <a:close/>
                <a:moveTo>
                  <a:pt x="0" y="818"/>
                </a:moveTo>
                <a:lnTo>
                  <a:pt x="0" y="1134"/>
                </a:lnTo>
                <a:lnTo>
                  <a:pt x="16760" y="1134"/>
                </a:lnTo>
                <a:cubicBezTo>
                  <a:pt x="16703" y="1025"/>
                  <a:pt x="16645" y="919"/>
                  <a:pt x="16592" y="818"/>
                </a:cubicBezTo>
                <a:lnTo>
                  <a:pt x="0" y="818"/>
                </a:lnTo>
                <a:close/>
                <a:moveTo>
                  <a:pt x="0" y="4094"/>
                </a:moveTo>
                <a:lnTo>
                  <a:pt x="0" y="4410"/>
                </a:lnTo>
                <a:lnTo>
                  <a:pt x="18267" y="4410"/>
                </a:lnTo>
                <a:cubicBezTo>
                  <a:pt x="18222" y="4305"/>
                  <a:pt x="18181" y="4199"/>
                  <a:pt x="18136" y="4094"/>
                </a:cubicBezTo>
                <a:lnTo>
                  <a:pt x="0" y="4094"/>
                </a:lnTo>
                <a:close/>
                <a:moveTo>
                  <a:pt x="0" y="1636"/>
                </a:moveTo>
                <a:lnTo>
                  <a:pt x="0" y="1952"/>
                </a:lnTo>
                <a:lnTo>
                  <a:pt x="17174" y="1952"/>
                </a:lnTo>
                <a:cubicBezTo>
                  <a:pt x="17120" y="1843"/>
                  <a:pt x="17067" y="1737"/>
                  <a:pt x="17018" y="1636"/>
                </a:cubicBezTo>
                <a:lnTo>
                  <a:pt x="0" y="1636"/>
                </a:lnTo>
                <a:close/>
                <a:moveTo>
                  <a:pt x="0" y="3272"/>
                </a:moveTo>
                <a:lnTo>
                  <a:pt x="0" y="3588"/>
                </a:lnTo>
                <a:lnTo>
                  <a:pt x="17923" y="3588"/>
                </a:lnTo>
                <a:cubicBezTo>
                  <a:pt x="17878" y="3483"/>
                  <a:pt x="17833" y="3377"/>
                  <a:pt x="17784" y="3272"/>
                </a:cubicBezTo>
                <a:lnTo>
                  <a:pt x="0" y="3272"/>
                </a:lnTo>
                <a:close/>
                <a:moveTo>
                  <a:pt x="0" y="2454"/>
                </a:moveTo>
                <a:lnTo>
                  <a:pt x="0" y="2770"/>
                </a:lnTo>
                <a:lnTo>
                  <a:pt x="17563" y="2770"/>
                </a:lnTo>
                <a:cubicBezTo>
                  <a:pt x="17513" y="2660"/>
                  <a:pt x="17464" y="2555"/>
                  <a:pt x="17415" y="2454"/>
                </a:cubicBezTo>
                <a:lnTo>
                  <a:pt x="0" y="2454"/>
                </a:lnTo>
                <a:close/>
                <a:moveTo>
                  <a:pt x="0" y="0"/>
                </a:moveTo>
                <a:lnTo>
                  <a:pt x="0" y="316"/>
                </a:lnTo>
                <a:lnTo>
                  <a:pt x="16314" y="316"/>
                </a:lnTo>
                <a:cubicBezTo>
                  <a:pt x="16248" y="198"/>
                  <a:pt x="16187" y="93"/>
                  <a:pt x="16129" y="0"/>
                </a:cubicBezTo>
                <a:lnTo>
                  <a:pt x="0" y="0"/>
                </a:lnTo>
                <a:close/>
                <a:moveTo>
                  <a:pt x="21592" y="21284"/>
                </a:moveTo>
                <a:lnTo>
                  <a:pt x="0" y="21284"/>
                </a:lnTo>
                <a:lnTo>
                  <a:pt x="0" y="21600"/>
                </a:lnTo>
                <a:lnTo>
                  <a:pt x="21600" y="21600"/>
                </a:lnTo>
                <a:cubicBezTo>
                  <a:pt x="21596" y="21490"/>
                  <a:pt x="21596" y="21385"/>
                  <a:pt x="21592" y="21284"/>
                </a:cubicBezTo>
                <a:close/>
                <a:moveTo>
                  <a:pt x="0" y="6548"/>
                </a:moveTo>
                <a:lnTo>
                  <a:pt x="0" y="6864"/>
                </a:lnTo>
                <a:lnTo>
                  <a:pt x="19172" y="6864"/>
                </a:lnTo>
                <a:cubicBezTo>
                  <a:pt x="19135" y="6759"/>
                  <a:pt x="19102" y="6653"/>
                  <a:pt x="19065" y="6548"/>
                </a:cubicBezTo>
                <a:lnTo>
                  <a:pt x="0" y="6548"/>
                </a:lnTo>
                <a:close/>
                <a:moveTo>
                  <a:pt x="0" y="8184"/>
                </a:moveTo>
                <a:lnTo>
                  <a:pt x="0" y="8500"/>
                </a:lnTo>
                <a:lnTo>
                  <a:pt x="19684" y="8500"/>
                </a:lnTo>
                <a:cubicBezTo>
                  <a:pt x="19651" y="8395"/>
                  <a:pt x="19622" y="8289"/>
                  <a:pt x="19589" y="8184"/>
                </a:cubicBezTo>
                <a:lnTo>
                  <a:pt x="0" y="8184"/>
                </a:lnTo>
                <a:close/>
                <a:moveTo>
                  <a:pt x="0" y="7366"/>
                </a:moveTo>
                <a:lnTo>
                  <a:pt x="0" y="7682"/>
                </a:lnTo>
                <a:lnTo>
                  <a:pt x="19438" y="7682"/>
                </a:lnTo>
                <a:cubicBezTo>
                  <a:pt x="19405" y="7577"/>
                  <a:pt x="19372" y="7471"/>
                  <a:pt x="19336" y="7366"/>
                </a:cubicBezTo>
                <a:lnTo>
                  <a:pt x="0" y="7366"/>
                </a:lnTo>
                <a:close/>
                <a:moveTo>
                  <a:pt x="0" y="9002"/>
                </a:moveTo>
                <a:lnTo>
                  <a:pt x="0" y="9318"/>
                </a:lnTo>
                <a:lnTo>
                  <a:pt x="19917" y="9318"/>
                </a:lnTo>
                <a:cubicBezTo>
                  <a:pt x="19888" y="9213"/>
                  <a:pt x="19860" y="9107"/>
                  <a:pt x="19831" y="9002"/>
                </a:cubicBezTo>
                <a:lnTo>
                  <a:pt x="0" y="9002"/>
                </a:lnTo>
                <a:close/>
                <a:moveTo>
                  <a:pt x="0" y="5730"/>
                </a:moveTo>
                <a:lnTo>
                  <a:pt x="0" y="6046"/>
                </a:lnTo>
                <a:lnTo>
                  <a:pt x="18889" y="6046"/>
                </a:lnTo>
                <a:cubicBezTo>
                  <a:pt x="18852" y="5941"/>
                  <a:pt x="18811" y="5835"/>
                  <a:pt x="18775" y="5730"/>
                </a:cubicBezTo>
                <a:lnTo>
                  <a:pt x="0" y="5730"/>
                </a:lnTo>
                <a:close/>
                <a:moveTo>
                  <a:pt x="0" y="9824"/>
                </a:moveTo>
                <a:lnTo>
                  <a:pt x="0" y="10140"/>
                </a:lnTo>
                <a:lnTo>
                  <a:pt x="20130" y="10140"/>
                </a:lnTo>
                <a:cubicBezTo>
                  <a:pt x="20101" y="10035"/>
                  <a:pt x="20077" y="9929"/>
                  <a:pt x="20048" y="9824"/>
                </a:cubicBezTo>
                <a:lnTo>
                  <a:pt x="0" y="9824"/>
                </a:lnTo>
                <a:close/>
                <a:moveTo>
                  <a:pt x="0" y="4912"/>
                </a:moveTo>
                <a:lnTo>
                  <a:pt x="0" y="5228"/>
                </a:lnTo>
                <a:lnTo>
                  <a:pt x="18586" y="5228"/>
                </a:lnTo>
                <a:cubicBezTo>
                  <a:pt x="18545" y="5123"/>
                  <a:pt x="18504" y="5017"/>
                  <a:pt x="18463" y="4912"/>
                </a:cubicBezTo>
                <a:lnTo>
                  <a:pt x="0" y="4912"/>
                </a:ln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12"/>
          <p:cNvSpPr/>
          <p:nvPr/>
        </p:nvSpPr>
        <p:spPr>
          <a:xfrm>
            <a:off x="0" y="5363553"/>
            <a:ext cx="12192000" cy="1494447"/>
          </a:xfrm>
          <a:custGeom>
            <a:rect b="b" l="l" r="r" t="t"/>
            <a:pathLst>
              <a:path extrusionOk="0" h="1494447" w="12192000">
                <a:moveTo>
                  <a:pt x="12192000" y="0"/>
                </a:moveTo>
                <a:lnTo>
                  <a:pt x="12192000" y="1494447"/>
                </a:lnTo>
                <a:lnTo>
                  <a:pt x="0" y="1494447"/>
                </a:lnTo>
                <a:lnTo>
                  <a:pt x="0" y="882485"/>
                </a:lnTo>
                <a:cubicBezTo>
                  <a:pt x="0" y="882485"/>
                  <a:pt x="4342904" y="299907"/>
                  <a:pt x="8982391" y="81440"/>
                </a:cubicBezTo>
                <a:lnTo>
                  <a:pt x="9434054" y="63139"/>
                </a:lnTo>
                <a:lnTo>
                  <a:pt x="9553427" y="185135"/>
                </a:lnTo>
                <a:cubicBezTo>
                  <a:pt x="9994194" y="618614"/>
                  <a:pt x="10410775" y="904193"/>
                  <a:pt x="10719430" y="863813"/>
                </a:cubicBezTo>
                <a:cubicBezTo>
                  <a:pt x="10996634" y="827128"/>
                  <a:pt x="11209599" y="523981"/>
                  <a:pt x="11359883" y="73796"/>
                </a:cubicBezTo>
                <a:lnTo>
                  <a:pt x="11380043" y="7578"/>
                </a:lnTo>
                <a:close/>
              </a:path>
            </a:pathLst>
          </a:custGeom>
          <a:solidFill>
            <a:schemeClr val="dk2"/>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12"/>
          <p:cNvSpPr/>
          <p:nvPr/>
        </p:nvSpPr>
        <p:spPr>
          <a:xfrm>
            <a:off x="8726677" y="5088940"/>
            <a:ext cx="1235868" cy="1112211"/>
          </a:xfrm>
          <a:custGeom>
            <a:rect b="b" l="l" r="r" t="t"/>
            <a:pathLst>
              <a:path extrusionOk="0" h="1112211" w="1235868">
                <a:moveTo>
                  <a:pt x="396346" y="0"/>
                </a:moveTo>
                <a:lnTo>
                  <a:pt x="444980" y="56126"/>
                </a:lnTo>
                <a:cubicBezTo>
                  <a:pt x="700838" y="343817"/>
                  <a:pt x="956611" y="599825"/>
                  <a:pt x="1196674" y="790928"/>
                </a:cubicBezTo>
                <a:lnTo>
                  <a:pt x="1235868" y="819878"/>
                </a:lnTo>
                <a:lnTo>
                  <a:pt x="1235578" y="822359"/>
                </a:lnTo>
                <a:cubicBezTo>
                  <a:pt x="1222835" y="869703"/>
                  <a:pt x="1196364" y="906666"/>
                  <a:pt x="1153694" y="928160"/>
                </a:cubicBezTo>
                <a:cubicBezTo>
                  <a:pt x="812330" y="1100111"/>
                  <a:pt x="-44929" y="1290994"/>
                  <a:pt x="1841" y="792814"/>
                </a:cubicBezTo>
                <a:cubicBezTo>
                  <a:pt x="48611" y="293456"/>
                  <a:pt x="333080" y="46880"/>
                  <a:pt x="333080" y="46880"/>
                </a:cubicBezTo>
                <a:close/>
              </a:path>
            </a:pathLst>
          </a:custGeom>
          <a:solidFill>
            <a:schemeClr val="accent4"/>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12"/>
          <p:cNvSpPr txBox="1"/>
          <p:nvPr>
            <p:ph type="title"/>
          </p:nvPr>
        </p:nvSpPr>
        <p:spPr>
          <a:xfrm>
            <a:off x="838200" y="365125"/>
            <a:ext cx="667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Creating Mr. Moreson</a:t>
            </a:r>
            <a:endParaRPr/>
          </a:p>
        </p:txBody>
      </p:sp>
      <p:sp>
        <p:nvSpPr>
          <p:cNvPr id="169" name="Google Shape;169;p12"/>
          <p:cNvSpPr txBox="1"/>
          <p:nvPr>
            <p:ph idx="1" type="body"/>
          </p:nvPr>
        </p:nvSpPr>
        <p:spPr>
          <a:xfrm>
            <a:off x="838200" y="1825625"/>
            <a:ext cx="6678000" cy="35379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Mr. Thompson</a:t>
            </a:r>
            <a:endParaRPr/>
          </a:p>
        </p:txBody>
      </p:sp>
      <p:pic>
        <p:nvPicPr>
          <p:cNvPr id="170" name="Google Shape;170;p12"/>
          <p:cNvPicPr preferRelativeResize="0"/>
          <p:nvPr/>
        </p:nvPicPr>
        <p:blipFill>
          <a:blip r:embed="rId3">
            <a:alphaModFix/>
          </a:blip>
          <a:stretch>
            <a:fillRect/>
          </a:stretch>
        </p:blipFill>
        <p:spPr>
          <a:xfrm>
            <a:off x="418525" y="3079850"/>
            <a:ext cx="2238375" cy="2457450"/>
          </a:xfrm>
          <a:prstGeom prst="rect">
            <a:avLst/>
          </a:prstGeom>
          <a:noFill/>
          <a:ln>
            <a:noFill/>
          </a:ln>
        </p:spPr>
      </p:pic>
      <p:pic>
        <p:nvPicPr>
          <p:cNvPr id="171" name="Google Shape;171;p12"/>
          <p:cNvPicPr preferRelativeResize="0"/>
          <p:nvPr/>
        </p:nvPicPr>
        <p:blipFill rotWithShape="1">
          <a:blip r:embed="rId4">
            <a:alphaModFix/>
          </a:blip>
          <a:srcRect b="27661" l="0" r="0" t="5844"/>
          <a:stretch/>
        </p:blipFill>
        <p:spPr>
          <a:xfrm>
            <a:off x="2802325" y="3079850"/>
            <a:ext cx="1819275" cy="2457450"/>
          </a:xfrm>
          <a:prstGeom prst="rect">
            <a:avLst/>
          </a:prstGeom>
          <a:noFill/>
          <a:ln>
            <a:noFill/>
          </a:ln>
        </p:spPr>
      </p:pic>
      <p:pic>
        <p:nvPicPr>
          <p:cNvPr id="172" name="Google Shape;172;p12"/>
          <p:cNvPicPr preferRelativeResize="0"/>
          <p:nvPr/>
        </p:nvPicPr>
        <p:blipFill>
          <a:blip r:embed="rId5">
            <a:alphaModFix/>
          </a:blip>
          <a:stretch>
            <a:fillRect/>
          </a:stretch>
        </p:blipFill>
        <p:spPr>
          <a:xfrm>
            <a:off x="4723225" y="3375138"/>
            <a:ext cx="1657350" cy="2162175"/>
          </a:xfrm>
          <a:prstGeom prst="rect">
            <a:avLst/>
          </a:prstGeom>
          <a:noFill/>
          <a:ln>
            <a:noFill/>
          </a:ln>
        </p:spPr>
      </p:pic>
      <p:pic>
        <p:nvPicPr>
          <p:cNvPr id="173" name="Google Shape;173;p12"/>
          <p:cNvPicPr preferRelativeResize="0"/>
          <p:nvPr/>
        </p:nvPicPr>
        <p:blipFill>
          <a:blip r:embed="rId6">
            <a:alphaModFix/>
          </a:blip>
          <a:stretch>
            <a:fillRect/>
          </a:stretch>
        </p:blipFill>
        <p:spPr>
          <a:xfrm>
            <a:off x="6547888" y="3398950"/>
            <a:ext cx="1619250" cy="2114550"/>
          </a:xfrm>
          <a:prstGeom prst="rect">
            <a:avLst/>
          </a:prstGeom>
          <a:noFill/>
          <a:ln>
            <a:noFill/>
          </a:ln>
        </p:spPr>
      </p:pic>
      <p:pic>
        <p:nvPicPr>
          <p:cNvPr id="174" name="Google Shape;174;p12"/>
          <p:cNvPicPr preferRelativeResize="0"/>
          <p:nvPr/>
        </p:nvPicPr>
        <p:blipFill>
          <a:blip r:embed="rId7">
            <a:alphaModFix/>
          </a:blip>
          <a:stretch>
            <a:fillRect/>
          </a:stretch>
        </p:blipFill>
        <p:spPr>
          <a:xfrm>
            <a:off x="8726675" y="1248575"/>
            <a:ext cx="2488875" cy="3255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F0"/>
        </a:solidFill>
      </p:bgPr>
    </p:bg>
    <p:spTree>
      <p:nvGrpSpPr>
        <p:cNvPr id="179" name="Shape 179"/>
        <p:cNvGrpSpPr/>
        <p:nvPr/>
      </p:nvGrpSpPr>
      <p:grpSpPr>
        <a:xfrm>
          <a:off x="0" y="0"/>
          <a:ext cx="0" cy="0"/>
          <a:chOff x="0" y="0"/>
          <a:chExt cx="0" cy="0"/>
        </a:xfrm>
      </p:grpSpPr>
      <p:sp>
        <p:nvSpPr>
          <p:cNvPr id="180" name="Google Shape;180;p13"/>
          <p:cNvSpPr/>
          <p:nvPr/>
        </p:nvSpPr>
        <p:spPr>
          <a:xfrm>
            <a:off x="0" y="0"/>
            <a:ext cx="12192000" cy="6858000"/>
          </a:xfrm>
          <a:custGeom>
            <a:rect b="b" l="l" r="r" t="t"/>
            <a:pathLst>
              <a:path extrusionOk="0" h="6858000" w="12192000">
                <a:moveTo>
                  <a:pt x="10556455" y="405874"/>
                </a:moveTo>
                <a:cubicBezTo>
                  <a:pt x="9937078" y="373788"/>
                  <a:pt x="9028481" y="886129"/>
                  <a:pt x="8298270" y="1384878"/>
                </a:cubicBezTo>
                <a:cubicBezTo>
                  <a:pt x="7596512" y="1864119"/>
                  <a:pt x="7423304" y="2826094"/>
                  <a:pt x="7911358" y="3521664"/>
                </a:cubicBezTo>
                <a:cubicBezTo>
                  <a:pt x="8744579" y="4708993"/>
                  <a:pt x="10013933" y="6319662"/>
                  <a:pt x="10719430" y="6227366"/>
                </a:cubicBezTo>
                <a:cubicBezTo>
                  <a:pt x="11828246" y="6080624"/>
                  <a:pt x="11909242" y="1670501"/>
                  <a:pt x="11062106" y="640103"/>
                </a:cubicBezTo>
                <a:cubicBezTo>
                  <a:pt x="10937237" y="487757"/>
                  <a:pt x="10762914" y="416569"/>
                  <a:pt x="10556455" y="405874"/>
                </a:cubicBez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 name="Google Shape;181;p13"/>
          <p:cNvSpPr/>
          <p:nvPr/>
        </p:nvSpPr>
        <p:spPr>
          <a:xfrm rot="10800000">
            <a:off x="8167157" y="179347"/>
            <a:ext cx="4024843" cy="6542128"/>
          </a:xfrm>
          <a:custGeom>
            <a:rect b="b" l="l" r="r" t="t"/>
            <a:pathLst>
              <a:path extrusionOk="0" h="6542128" w="4024843">
                <a:moveTo>
                  <a:pt x="3039874" y="95709"/>
                </a:moveTo>
                <a:lnTo>
                  <a:pt x="0" y="95709"/>
                </a:lnTo>
                <a:lnTo>
                  <a:pt x="0" y="0"/>
                </a:lnTo>
                <a:lnTo>
                  <a:pt x="3005402" y="0"/>
                </a:lnTo>
                <a:cubicBezTo>
                  <a:pt x="3016210" y="28168"/>
                  <a:pt x="3027576" y="59970"/>
                  <a:pt x="3039874" y="95709"/>
                </a:cubicBezTo>
                <a:close/>
                <a:moveTo>
                  <a:pt x="3122980" y="343462"/>
                </a:moveTo>
                <a:lnTo>
                  <a:pt x="0" y="343462"/>
                </a:lnTo>
                <a:lnTo>
                  <a:pt x="0" y="247753"/>
                </a:lnTo>
                <a:lnTo>
                  <a:pt x="3091676" y="247753"/>
                </a:lnTo>
                <a:cubicBezTo>
                  <a:pt x="3101552" y="278344"/>
                  <a:pt x="3112359" y="310448"/>
                  <a:pt x="3122980" y="343462"/>
                </a:cubicBezTo>
                <a:close/>
                <a:moveTo>
                  <a:pt x="1250048" y="591215"/>
                </a:moveTo>
                <a:lnTo>
                  <a:pt x="0" y="591215"/>
                </a:lnTo>
                <a:lnTo>
                  <a:pt x="0" y="495506"/>
                </a:lnTo>
                <a:lnTo>
                  <a:pt x="1467151" y="495506"/>
                </a:lnTo>
                <a:lnTo>
                  <a:pt x="1371627" y="520123"/>
                </a:lnTo>
                <a:cubicBezTo>
                  <a:pt x="1338981" y="532803"/>
                  <a:pt x="1307335" y="549412"/>
                  <a:pt x="1276687" y="569719"/>
                </a:cubicBezTo>
                <a:close/>
                <a:moveTo>
                  <a:pt x="3200123" y="591215"/>
                </a:moveTo>
                <a:lnTo>
                  <a:pt x="1885620" y="591215"/>
                </a:lnTo>
                <a:lnTo>
                  <a:pt x="1761609" y="535172"/>
                </a:lnTo>
                <a:cubicBezTo>
                  <a:pt x="1709682" y="516408"/>
                  <a:pt x="1659469" y="503258"/>
                  <a:pt x="1611214" y="496241"/>
                </a:cubicBezTo>
                <a:lnTo>
                  <a:pt x="1563383" y="495506"/>
                </a:lnTo>
                <a:lnTo>
                  <a:pt x="3171054" y="495506"/>
                </a:lnTo>
                <a:cubicBezTo>
                  <a:pt x="3180185" y="526096"/>
                  <a:pt x="3190061" y="558201"/>
                  <a:pt x="3200123" y="591215"/>
                </a:cubicBezTo>
                <a:close/>
                <a:moveTo>
                  <a:pt x="1032550" y="838968"/>
                </a:moveTo>
                <a:lnTo>
                  <a:pt x="0" y="838968"/>
                </a:lnTo>
                <a:lnTo>
                  <a:pt x="0" y="743259"/>
                </a:lnTo>
                <a:lnTo>
                  <a:pt x="1098415" y="743259"/>
                </a:lnTo>
                <a:close/>
                <a:moveTo>
                  <a:pt x="3272607" y="838968"/>
                </a:moveTo>
                <a:lnTo>
                  <a:pt x="2265075" y="838968"/>
                </a:lnTo>
                <a:lnTo>
                  <a:pt x="2135504" y="743259"/>
                </a:lnTo>
                <a:lnTo>
                  <a:pt x="3245030" y="743259"/>
                </a:lnTo>
                <a:cubicBezTo>
                  <a:pt x="3254160" y="773849"/>
                  <a:pt x="3263290" y="805651"/>
                  <a:pt x="3272607" y="838968"/>
                </a:cubicBezTo>
                <a:close/>
                <a:moveTo>
                  <a:pt x="907305" y="1086720"/>
                </a:moveTo>
                <a:lnTo>
                  <a:pt x="0" y="1086720"/>
                </a:lnTo>
                <a:lnTo>
                  <a:pt x="0" y="991011"/>
                </a:lnTo>
                <a:lnTo>
                  <a:pt x="949893" y="991011"/>
                </a:lnTo>
                <a:close/>
                <a:moveTo>
                  <a:pt x="3339688" y="1086720"/>
                </a:moveTo>
                <a:lnTo>
                  <a:pt x="2547145" y="1086720"/>
                </a:lnTo>
                <a:lnTo>
                  <a:pt x="2451397" y="996585"/>
                </a:lnTo>
                <a:lnTo>
                  <a:pt x="2444825" y="991011"/>
                </a:lnTo>
                <a:lnTo>
                  <a:pt x="3313788" y="991011"/>
                </a:lnTo>
                <a:cubicBezTo>
                  <a:pt x="3322918" y="1022813"/>
                  <a:pt x="3331303" y="1054918"/>
                  <a:pt x="3339688" y="1086720"/>
                </a:cubicBezTo>
                <a:close/>
                <a:moveTo>
                  <a:pt x="816420" y="1335685"/>
                </a:moveTo>
                <a:lnTo>
                  <a:pt x="0" y="1335685"/>
                </a:lnTo>
                <a:lnTo>
                  <a:pt x="0" y="1239976"/>
                </a:lnTo>
                <a:lnTo>
                  <a:pt x="848308" y="1239976"/>
                </a:lnTo>
                <a:lnTo>
                  <a:pt x="832117" y="1284126"/>
                </a:lnTo>
                <a:close/>
                <a:moveTo>
                  <a:pt x="3403787" y="1335685"/>
                </a:moveTo>
                <a:lnTo>
                  <a:pt x="2797969" y="1335685"/>
                </a:lnTo>
                <a:lnTo>
                  <a:pt x="2704316" y="1239976"/>
                </a:lnTo>
                <a:lnTo>
                  <a:pt x="3379378" y="1239976"/>
                </a:lnTo>
                <a:cubicBezTo>
                  <a:pt x="3387762" y="1271778"/>
                  <a:pt x="3395402" y="1303883"/>
                  <a:pt x="3403787" y="1335685"/>
                </a:cubicBezTo>
                <a:close/>
                <a:moveTo>
                  <a:pt x="747343" y="1583437"/>
                </a:moveTo>
                <a:lnTo>
                  <a:pt x="0" y="1583437"/>
                </a:lnTo>
                <a:lnTo>
                  <a:pt x="0" y="1487729"/>
                </a:lnTo>
                <a:lnTo>
                  <a:pt x="771575" y="1487729"/>
                </a:lnTo>
                <a:close/>
                <a:moveTo>
                  <a:pt x="3463228" y="1583437"/>
                </a:moveTo>
                <a:lnTo>
                  <a:pt x="3026433" y="1583437"/>
                </a:lnTo>
                <a:lnTo>
                  <a:pt x="3020343" y="1576409"/>
                </a:lnTo>
                <a:lnTo>
                  <a:pt x="2939151" y="1487729"/>
                </a:lnTo>
                <a:lnTo>
                  <a:pt x="3440309" y="1487729"/>
                </a:lnTo>
                <a:cubicBezTo>
                  <a:pt x="3447949" y="1519531"/>
                  <a:pt x="3455588" y="1551635"/>
                  <a:pt x="3463228" y="1583437"/>
                </a:cubicBezTo>
                <a:close/>
                <a:moveTo>
                  <a:pt x="692583" y="1831190"/>
                </a:moveTo>
                <a:lnTo>
                  <a:pt x="0" y="1831190"/>
                </a:lnTo>
                <a:lnTo>
                  <a:pt x="0" y="1735481"/>
                </a:lnTo>
                <a:lnTo>
                  <a:pt x="712665" y="1735481"/>
                </a:lnTo>
                <a:close/>
                <a:moveTo>
                  <a:pt x="3519688" y="1831190"/>
                </a:moveTo>
                <a:lnTo>
                  <a:pt x="3239251" y="1831190"/>
                </a:lnTo>
                <a:lnTo>
                  <a:pt x="3212009" y="1797599"/>
                </a:lnTo>
                <a:lnTo>
                  <a:pt x="3158182" y="1735481"/>
                </a:lnTo>
                <a:lnTo>
                  <a:pt x="3498446" y="1735481"/>
                </a:lnTo>
                <a:cubicBezTo>
                  <a:pt x="3505154" y="1767283"/>
                  <a:pt x="3512794" y="1799388"/>
                  <a:pt x="3519688" y="1831190"/>
                </a:cubicBezTo>
                <a:close/>
                <a:moveTo>
                  <a:pt x="650515" y="2078943"/>
                </a:moveTo>
                <a:lnTo>
                  <a:pt x="0" y="2078943"/>
                </a:lnTo>
                <a:lnTo>
                  <a:pt x="0" y="1983234"/>
                </a:lnTo>
                <a:lnTo>
                  <a:pt x="665825" y="1983234"/>
                </a:lnTo>
                <a:lnTo>
                  <a:pt x="653507" y="2054753"/>
                </a:lnTo>
                <a:close/>
                <a:moveTo>
                  <a:pt x="3572421" y="2078943"/>
                </a:moveTo>
                <a:lnTo>
                  <a:pt x="3440176" y="2078943"/>
                </a:lnTo>
                <a:lnTo>
                  <a:pt x="3362557" y="1983234"/>
                </a:lnTo>
                <a:lnTo>
                  <a:pt x="3552483" y="1983234"/>
                </a:lnTo>
                <a:cubicBezTo>
                  <a:pt x="3559377" y="2015036"/>
                  <a:pt x="3565526" y="2047141"/>
                  <a:pt x="3572421" y="2078943"/>
                </a:cubicBezTo>
                <a:close/>
                <a:moveTo>
                  <a:pt x="3616408" y="2298606"/>
                </a:moveTo>
                <a:lnTo>
                  <a:pt x="3589576" y="2263162"/>
                </a:lnTo>
                <a:lnTo>
                  <a:pt x="3563483" y="2230987"/>
                </a:lnTo>
                <a:lnTo>
                  <a:pt x="3602980" y="2230987"/>
                </a:lnTo>
                <a:close/>
                <a:moveTo>
                  <a:pt x="619880" y="2326696"/>
                </a:moveTo>
                <a:lnTo>
                  <a:pt x="0" y="2326696"/>
                </a:lnTo>
                <a:lnTo>
                  <a:pt x="0" y="2230987"/>
                </a:lnTo>
                <a:lnTo>
                  <a:pt x="631714" y="2230987"/>
                </a:lnTo>
                <a:close/>
                <a:moveTo>
                  <a:pt x="593685" y="2574449"/>
                </a:moveTo>
                <a:lnTo>
                  <a:pt x="0" y="2574449"/>
                </a:lnTo>
                <a:lnTo>
                  <a:pt x="0" y="2478740"/>
                </a:lnTo>
                <a:lnTo>
                  <a:pt x="601079" y="2478740"/>
                </a:lnTo>
                <a:lnTo>
                  <a:pt x="599095" y="2494786"/>
                </a:lnTo>
                <a:close/>
                <a:moveTo>
                  <a:pt x="576861" y="2822201"/>
                </a:moveTo>
                <a:lnTo>
                  <a:pt x="0" y="2822201"/>
                </a:lnTo>
                <a:lnTo>
                  <a:pt x="0" y="2726493"/>
                </a:lnTo>
                <a:lnTo>
                  <a:pt x="583360" y="2726493"/>
                </a:lnTo>
                <a:close/>
                <a:moveTo>
                  <a:pt x="565701" y="3071166"/>
                </a:moveTo>
                <a:lnTo>
                  <a:pt x="0" y="3071166"/>
                </a:lnTo>
                <a:lnTo>
                  <a:pt x="0" y="2975457"/>
                </a:lnTo>
                <a:lnTo>
                  <a:pt x="567409" y="2975457"/>
                </a:lnTo>
                <a:close/>
                <a:moveTo>
                  <a:pt x="561279" y="3318919"/>
                </a:moveTo>
                <a:lnTo>
                  <a:pt x="0" y="3318919"/>
                </a:lnTo>
                <a:lnTo>
                  <a:pt x="0" y="3223210"/>
                </a:lnTo>
                <a:lnTo>
                  <a:pt x="562987" y="3223210"/>
                </a:lnTo>
                <a:close/>
                <a:moveTo>
                  <a:pt x="563542" y="3566671"/>
                </a:moveTo>
                <a:lnTo>
                  <a:pt x="0" y="3566671"/>
                </a:lnTo>
                <a:lnTo>
                  <a:pt x="0" y="3470962"/>
                </a:lnTo>
                <a:lnTo>
                  <a:pt x="560626" y="3470962"/>
                </a:lnTo>
                <a:close/>
                <a:moveTo>
                  <a:pt x="571090" y="3814424"/>
                </a:moveTo>
                <a:lnTo>
                  <a:pt x="0" y="3814424"/>
                </a:lnTo>
                <a:lnTo>
                  <a:pt x="0" y="3718715"/>
                </a:lnTo>
                <a:lnTo>
                  <a:pt x="568174" y="3718715"/>
                </a:lnTo>
                <a:close/>
                <a:moveTo>
                  <a:pt x="586791" y="4062177"/>
                </a:moveTo>
                <a:lnTo>
                  <a:pt x="0" y="4062177"/>
                </a:lnTo>
                <a:lnTo>
                  <a:pt x="0" y="3966468"/>
                </a:lnTo>
                <a:lnTo>
                  <a:pt x="579081" y="3966468"/>
                </a:lnTo>
                <a:close/>
                <a:moveTo>
                  <a:pt x="606750" y="4309929"/>
                </a:moveTo>
                <a:lnTo>
                  <a:pt x="0" y="4309929"/>
                </a:lnTo>
                <a:lnTo>
                  <a:pt x="0" y="4214221"/>
                </a:lnTo>
                <a:lnTo>
                  <a:pt x="599040" y="4214221"/>
                </a:lnTo>
                <a:close/>
                <a:moveTo>
                  <a:pt x="637841" y="4557683"/>
                </a:moveTo>
                <a:lnTo>
                  <a:pt x="0" y="4557683"/>
                </a:lnTo>
                <a:lnTo>
                  <a:pt x="0" y="4461974"/>
                </a:lnTo>
                <a:lnTo>
                  <a:pt x="624782" y="4461974"/>
                </a:lnTo>
                <a:close/>
                <a:moveTo>
                  <a:pt x="672413" y="4806647"/>
                </a:moveTo>
                <a:lnTo>
                  <a:pt x="0" y="4806647"/>
                </a:lnTo>
                <a:lnTo>
                  <a:pt x="0" y="4710938"/>
                </a:lnTo>
                <a:lnTo>
                  <a:pt x="658751" y="4710938"/>
                </a:lnTo>
                <a:lnTo>
                  <a:pt x="670124" y="4794299"/>
                </a:lnTo>
                <a:close/>
                <a:moveTo>
                  <a:pt x="720385" y="5054399"/>
                </a:moveTo>
                <a:lnTo>
                  <a:pt x="0" y="5054399"/>
                </a:lnTo>
                <a:lnTo>
                  <a:pt x="0" y="4958690"/>
                </a:lnTo>
                <a:lnTo>
                  <a:pt x="700587" y="4958690"/>
                </a:lnTo>
                <a:lnTo>
                  <a:pt x="708242" y="5000002"/>
                </a:lnTo>
                <a:close/>
                <a:moveTo>
                  <a:pt x="780364" y="5302153"/>
                </a:moveTo>
                <a:lnTo>
                  <a:pt x="0" y="5302153"/>
                </a:lnTo>
                <a:lnTo>
                  <a:pt x="0" y="5206443"/>
                </a:lnTo>
                <a:lnTo>
                  <a:pt x="754796" y="5206443"/>
                </a:lnTo>
                <a:close/>
                <a:moveTo>
                  <a:pt x="3985899" y="5302153"/>
                </a:moveTo>
                <a:lnTo>
                  <a:pt x="3939022" y="5302153"/>
                </a:lnTo>
                <a:lnTo>
                  <a:pt x="3983969" y="5267970"/>
                </a:lnTo>
                <a:close/>
                <a:moveTo>
                  <a:pt x="855417" y="5549905"/>
                </a:moveTo>
                <a:lnTo>
                  <a:pt x="0" y="5549905"/>
                </a:lnTo>
                <a:lnTo>
                  <a:pt x="0" y="5454196"/>
                </a:lnTo>
                <a:lnTo>
                  <a:pt x="824854" y="5454196"/>
                </a:lnTo>
                <a:close/>
                <a:moveTo>
                  <a:pt x="3998943" y="5549905"/>
                </a:moveTo>
                <a:lnTo>
                  <a:pt x="3569327" y="5549905"/>
                </a:lnTo>
                <a:lnTo>
                  <a:pt x="3612452" y="5523175"/>
                </a:lnTo>
                <a:lnTo>
                  <a:pt x="3716442" y="5454196"/>
                </a:lnTo>
                <a:lnTo>
                  <a:pt x="3994284" y="5454196"/>
                </a:lnTo>
                <a:cubicBezTo>
                  <a:pt x="3995775" y="5485998"/>
                  <a:pt x="3997452" y="5518103"/>
                  <a:pt x="3998943" y="5549905"/>
                </a:cubicBezTo>
                <a:close/>
                <a:moveTo>
                  <a:pt x="957459" y="5797658"/>
                </a:moveTo>
                <a:lnTo>
                  <a:pt x="0" y="5797658"/>
                </a:lnTo>
                <a:lnTo>
                  <a:pt x="0" y="5701949"/>
                </a:lnTo>
                <a:lnTo>
                  <a:pt x="913583" y="5701949"/>
                </a:lnTo>
                <a:lnTo>
                  <a:pt x="916191" y="5708756"/>
                </a:lnTo>
                <a:close/>
                <a:moveTo>
                  <a:pt x="4008819" y="5797658"/>
                </a:moveTo>
                <a:lnTo>
                  <a:pt x="3155979" y="5797658"/>
                </a:lnTo>
                <a:lnTo>
                  <a:pt x="3319931" y="5704488"/>
                </a:lnTo>
                <a:lnTo>
                  <a:pt x="3324027" y="5701949"/>
                </a:lnTo>
                <a:lnTo>
                  <a:pt x="4005092" y="5701949"/>
                </a:lnTo>
                <a:cubicBezTo>
                  <a:pt x="4006583" y="5733751"/>
                  <a:pt x="4007328" y="5765856"/>
                  <a:pt x="4008819" y="5797658"/>
                </a:cubicBezTo>
                <a:close/>
                <a:moveTo>
                  <a:pt x="1103940" y="6045411"/>
                </a:moveTo>
                <a:lnTo>
                  <a:pt x="0" y="6045411"/>
                </a:lnTo>
                <a:lnTo>
                  <a:pt x="0" y="5949702"/>
                </a:lnTo>
                <a:lnTo>
                  <a:pt x="1038682" y="5949702"/>
                </a:lnTo>
                <a:lnTo>
                  <a:pt x="1053197" y="5975104"/>
                </a:lnTo>
                <a:close/>
                <a:moveTo>
                  <a:pt x="4016458" y="6045411"/>
                </a:moveTo>
                <a:lnTo>
                  <a:pt x="2676033" y="6045411"/>
                </a:lnTo>
                <a:lnTo>
                  <a:pt x="2723075" y="6025162"/>
                </a:lnTo>
                <a:lnTo>
                  <a:pt x="2872118" y="5949702"/>
                </a:lnTo>
                <a:lnTo>
                  <a:pt x="4013477" y="5949702"/>
                </a:lnTo>
                <a:cubicBezTo>
                  <a:pt x="4014968" y="5981504"/>
                  <a:pt x="4015713" y="6013306"/>
                  <a:pt x="4016458" y="6045411"/>
                </a:cubicBezTo>
                <a:close/>
                <a:moveTo>
                  <a:pt x="1478623" y="6293163"/>
                </a:moveTo>
                <a:lnTo>
                  <a:pt x="0" y="6293163"/>
                </a:lnTo>
                <a:lnTo>
                  <a:pt x="0" y="6197455"/>
                </a:lnTo>
                <a:lnTo>
                  <a:pt x="1260756" y="6197455"/>
                </a:lnTo>
                <a:lnTo>
                  <a:pt x="1352123" y="6251606"/>
                </a:lnTo>
                <a:close/>
                <a:moveTo>
                  <a:pt x="4021862" y="6293163"/>
                </a:moveTo>
                <a:lnTo>
                  <a:pt x="1936874" y="6293163"/>
                </a:lnTo>
                <a:lnTo>
                  <a:pt x="2011366" y="6279908"/>
                </a:lnTo>
                <a:cubicBezTo>
                  <a:pt x="2055828" y="6270379"/>
                  <a:pt x="2101078" y="6259133"/>
                  <a:pt x="2147000" y="6246304"/>
                </a:cubicBezTo>
                <a:lnTo>
                  <a:pt x="2292580" y="6197455"/>
                </a:lnTo>
                <a:lnTo>
                  <a:pt x="4020185" y="6197455"/>
                </a:lnTo>
                <a:cubicBezTo>
                  <a:pt x="4021117" y="6229257"/>
                  <a:pt x="4021117" y="6261059"/>
                  <a:pt x="4021862" y="6293163"/>
                </a:cubicBezTo>
                <a:close/>
                <a:moveTo>
                  <a:pt x="4024843" y="6542128"/>
                </a:moveTo>
                <a:lnTo>
                  <a:pt x="0" y="6542128"/>
                </a:lnTo>
                <a:lnTo>
                  <a:pt x="0" y="6446419"/>
                </a:lnTo>
                <a:lnTo>
                  <a:pt x="4023353" y="6446419"/>
                </a:lnTo>
                <a:cubicBezTo>
                  <a:pt x="4024098" y="6477009"/>
                  <a:pt x="4024098" y="6508811"/>
                  <a:pt x="4024843" y="6542128"/>
                </a:cubicBez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13"/>
          <p:cNvSpPr/>
          <p:nvPr/>
        </p:nvSpPr>
        <p:spPr>
          <a:xfrm>
            <a:off x="0" y="179347"/>
            <a:ext cx="2377134" cy="6542154"/>
          </a:xfrm>
          <a:custGeom>
            <a:rect b="b" l="l" r="r" t="t"/>
            <a:pathLst>
              <a:path extrusionOk="0" h="21600" w="21600">
                <a:moveTo>
                  <a:pt x="20920" y="13914"/>
                </a:moveTo>
                <a:cubicBezTo>
                  <a:pt x="20937" y="14019"/>
                  <a:pt x="20957" y="14125"/>
                  <a:pt x="20973" y="14230"/>
                </a:cubicBezTo>
                <a:lnTo>
                  <a:pt x="0" y="14230"/>
                </a:lnTo>
                <a:lnTo>
                  <a:pt x="0" y="13914"/>
                </a:lnTo>
                <a:lnTo>
                  <a:pt x="20920" y="13914"/>
                </a:lnTo>
                <a:close/>
                <a:moveTo>
                  <a:pt x="0" y="15554"/>
                </a:moveTo>
                <a:lnTo>
                  <a:pt x="0" y="15870"/>
                </a:lnTo>
                <a:lnTo>
                  <a:pt x="21211" y="15870"/>
                </a:lnTo>
                <a:cubicBezTo>
                  <a:pt x="21199" y="15765"/>
                  <a:pt x="21182" y="15659"/>
                  <a:pt x="21170" y="15554"/>
                </a:cubicBezTo>
                <a:lnTo>
                  <a:pt x="0" y="15554"/>
                </a:lnTo>
                <a:close/>
                <a:moveTo>
                  <a:pt x="0" y="14732"/>
                </a:moveTo>
                <a:lnTo>
                  <a:pt x="0" y="15048"/>
                </a:lnTo>
                <a:lnTo>
                  <a:pt x="21100" y="15048"/>
                </a:lnTo>
                <a:cubicBezTo>
                  <a:pt x="21084" y="14942"/>
                  <a:pt x="21068" y="14837"/>
                  <a:pt x="21055" y="14732"/>
                </a:cubicBezTo>
                <a:lnTo>
                  <a:pt x="0" y="14732"/>
                </a:lnTo>
                <a:close/>
                <a:moveTo>
                  <a:pt x="0" y="13096"/>
                </a:moveTo>
                <a:lnTo>
                  <a:pt x="0" y="13412"/>
                </a:lnTo>
                <a:lnTo>
                  <a:pt x="20838" y="13412"/>
                </a:lnTo>
                <a:cubicBezTo>
                  <a:pt x="20818" y="13307"/>
                  <a:pt x="20802" y="13201"/>
                  <a:pt x="20781" y="13096"/>
                </a:cubicBezTo>
                <a:lnTo>
                  <a:pt x="0" y="13096"/>
                </a:lnTo>
                <a:close/>
                <a:moveTo>
                  <a:pt x="0" y="12278"/>
                </a:moveTo>
                <a:lnTo>
                  <a:pt x="0" y="12594"/>
                </a:lnTo>
                <a:lnTo>
                  <a:pt x="20683" y="12594"/>
                </a:lnTo>
                <a:cubicBezTo>
                  <a:pt x="20662" y="12489"/>
                  <a:pt x="20642" y="12383"/>
                  <a:pt x="20621" y="12278"/>
                </a:cubicBezTo>
                <a:lnTo>
                  <a:pt x="0" y="12278"/>
                </a:lnTo>
                <a:close/>
                <a:moveTo>
                  <a:pt x="0" y="19644"/>
                </a:moveTo>
                <a:lnTo>
                  <a:pt x="0" y="19960"/>
                </a:lnTo>
                <a:lnTo>
                  <a:pt x="21555" y="19960"/>
                </a:lnTo>
                <a:cubicBezTo>
                  <a:pt x="21551" y="19854"/>
                  <a:pt x="21547" y="19749"/>
                  <a:pt x="21539" y="19644"/>
                </a:cubicBezTo>
                <a:lnTo>
                  <a:pt x="0" y="19644"/>
                </a:lnTo>
                <a:close/>
                <a:moveTo>
                  <a:pt x="0" y="11460"/>
                </a:moveTo>
                <a:lnTo>
                  <a:pt x="0" y="11776"/>
                </a:lnTo>
                <a:lnTo>
                  <a:pt x="20515" y="11776"/>
                </a:lnTo>
                <a:cubicBezTo>
                  <a:pt x="20490" y="11671"/>
                  <a:pt x="20470" y="11565"/>
                  <a:pt x="20445" y="11460"/>
                </a:cubicBezTo>
                <a:lnTo>
                  <a:pt x="0" y="11460"/>
                </a:lnTo>
                <a:close/>
                <a:moveTo>
                  <a:pt x="0" y="10642"/>
                </a:moveTo>
                <a:lnTo>
                  <a:pt x="0" y="10958"/>
                </a:lnTo>
                <a:lnTo>
                  <a:pt x="20331" y="10958"/>
                </a:lnTo>
                <a:cubicBezTo>
                  <a:pt x="20306" y="10853"/>
                  <a:pt x="20281" y="10747"/>
                  <a:pt x="20257" y="10642"/>
                </a:cubicBezTo>
                <a:lnTo>
                  <a:pt x="0" y="10642"/>
                </a:lnTo>
                <a:close/>
                <a:moveTo>
                  <a:pt x="0" y="20778"/>
                </a:moveTo>
                <a:lnTo>
                  <a:pt x="21584" y="20778"/>
                </a:lnTo>
                <a:cubicBezTo>
                  <a:pt x="21580" y="20672"/>
                  <a:pt x="21580" y="20567"/>
                  <a:pt x="21575" y="20462"/>
                </a:cubicBezTo>
                <a:lnTo>
                  <a:pt x="0" y="20462"/>
                </a:lnTo>
                <a:lnTo>
                  <a:pt x="0" y="20778"/>
                </a:lnTo>
                <a:close/>
                <a:moveTo>
                  <a:pt x="0" y="16372"/>
                </a:moveTo>
                <a:lnTo>
                  <a:pt x="0" y="16688"/>
                </a:lnTo>
                <a:lnTo>
                  <a:pt x="21309" y="16688"/>
                </a:lnTo>
                <a:cubicBezTo>
                  <a:pt x="21297" y="16583"/>
                  <a:pt x="21285" y="16477"/>
                  <a:pt x="21272" y="16372"/>
                </a:cubicBezTo>
                <a:lnTo>
                  <a:pt x="0" y="16372"/>
                </a:lnTo>
                <a:close/>
                <a:moveTo>
                  <a:pt x="0" y="18826"/>
                </a:moveTo>
                <a:lnTo>
                  <a:pt x="0" y="19142"/>
                </a:lnTo>
                <a:lnTo>
                  <a:pt x="21514" y="19142"/>
                </a:lnTo>
                <a:cubicBezTo>
                  <a:pt x="21506" y="19037"/>
                  <a:pt x="21502" y="18931"/>
                  <a:pt x="21494" y="18826"/>
                </a:cubicBezTo>
                <a:lnTo>
                  <a:pt x="0" y="18826"/>
                </a:lnTo>
                <a:close/>
                <a:moveTo>
                  <a:pt x="0" y="17190"/>
                </a:moveTo>
                <a:lnTo>
                  <a:pt x="0" y="17506"/>
                </a:lnTo>
                <a:lnTo>
                  <a:pt x="21391" y="17506"/>
                </a:lnTo>
                <a:cubicBezTo>
                  <a:pt x="21383" y="17401"/>
                  <a:pt x="21371" y="17295"/>
                  <a:pt x="21362" y="17190"/>
                </a:cubicBezTo>
                <a:lnTo>
                  <a:pt x="0" y="17190"/>
                </a:lnTo>
                <a:close/>
                <a:moveTo>
                  <a:pt x="0" y="18008"/>
                </a:moveTo>
                <a:lnTo>
                  <a:pt x="0" y="18324"/>
                </a:lnTo>
                <a:lnTo>
                  <a:pt x="21461" y="18324"/>
                </a:lnTo>
                <a:cubicBezTo>
                  <a:pt x="21453" y="18219"/>
                  <a:pt x="21444" y="18113"/>
                  <a:pt x="21436" y="18008"/>
                </a:cubicBezTo>
                <a:lnTo>
                  <a:pt x="0" y="18008"/>
                </a:lnTo>
                <a:close/>
                <a:moveTo>
                  <a:pt x="0" y="818"/>
                </a:moveTo>
                <a:lnTo>
                  <a:pt x="0" y="1134"/>
                </a:lnTo>
                <a:lnTo>
                  <a:pt x="16760" y="1134"/>
                </a:lnTo>
                <a:cubicBezTo>
                  <a:pt x="16703" y="1025"/>
                  <a:pt x="16645" y="919"/>
                  <a:pt x="16592" y="818"/>
                </a:cubicBezTo>
                <a:lnTo>
                  <a:pt x="0" y="818"/>
                </a:lnTo>
                <a:close/>
                <a:moveTo>
                  <a:pt x="0" y="4094"/>
                </a:moveTo>
                <a:lnTo>
                  <a:pt x="0" y="4410"/>
                </a:lnTo>
                <a:lnTo>
                  <a:pt x="18267" y="4410"/>
                </a:lnTo>
                <a:cubicBezTo>
                  <a:pt x="18222" y="4305"/>
                  <a:pt x="18181" y="4199"/>
                  <a:pt x="18136" y="4094"/>
                </a:cubicBezTo>
                <a:lnTo>
                  <a:pt x="0" y="4094"/>
                </a:lnTo>
                <a:close/>
                <a:moveTo>
                  <a:pt x="0" y="1636"/>
                </a:moveTo>
                <a:lnTo>
                  <a:pt x="0" y="1952"/>
                </a:lnTo>
                <a:lnTo>
                  <a:pt x="17174" y="1952"/>
                </a:lnTo>
                <a:cubicBezTo>
                  <a:pt x="17120" y="1843"/>
                  <a:pt x="17067" y="1737"/>
                  <a:pt x="17018" y="1636"/>
                </a:cubicBezTo>
                <a:lnTo>
                  <a:pt x="0" y="1636"/>
                </a:lnTo>
                <a:close/>
                <a:moveTo>
                  <a:pt x="0" y="3272"/>
                </a:moveTo>
                <a:lnTo>
                  <a:pt x="0" y="3588"/>
                </a:lnTo>
                <a:lnTo>
                  <a:pt x="17923" y="3588"/>
                </a:lnTo>
                <a:cubicBezTo>
                  <a:pt x="17878" y="3483"/>
                  <a:pt x="17833" y="3377"/>
                  <a:pt x="17784" y="3272"/>
                </a:cubicBezTo>
                <a:lnTo>
                  <a:pt x="0" y="3272"/>
                </a:lnTo>
                <a:close/>
                <a:moveTo>
                  <a:pt x="0" y="2454"/>
                </a:moveTo>
                <a:lnTo>
                  <a:pt x="0" y="2770"/>
                </a:lnTo>
                <a:lnTo>
                  <a:pt x="17563" y="2770"/>
                </a:lnTo>
                <a:cubicBezTo>
                  <a:pt x="17513" y="2660"/>
                  <a:pt x="17464" y="2555"/>
                  <a:pt x="17415" y="2454"/>
                </a:cubicBezTo>
                <a:lnTo>
                  <a:pt x="0" y="2454"/>
                </a:lnTo>
                <a:close/>
                <a:moveTo>
                  <a:pt x="0" y="0"/>
                </a:moveTo>
                <a:lnTo>
                  <a:pt x="0" y="316"/>
                </a:lnTo>
                <a:lnTo>
                  <a:pt x="16314" y="316"/>
                </a:lnTo>
                <a:cubicBezTo>
                  <a:pt x="16248" y="198"/>
                  <a:pt x="16187" y="93"/>
                  <a:pt x="16129" y="0"/>
                </a:cubicBezTo>
                <a:lnTo>
                  <a:pt x="0" y="0"/>
                </a:lnTo>
                <a:close/>
                <a:moveTo>
                  <a:pt x="21592" y="21284"/>
                </a:moveTo>
                <a:lnTo>
                  <a:pt x="0" y="21284"/>
                </a:lnTo>
                <a:lnTo>
                  <a:pt x="0" y="21600"/>
                </a:lnTo>
                <a:lnTo>
                  <a:pt x="21600" y="21600"/>
                </a:lnTo>
                <a:cubicBezTo>
                  <a:pt x="21596" y="21490"/>
                  <a:pt x="21596" y="21385"/>
                  <a:pt x="21592" y="21284"/>
                </a:cubicBezTo>
                <a:close/>
                <a:moveTo>
                  <a:pt x="0" y="6548"/>
                </a:moveTo>
                <a:lnTo>
                  <a:pt x="0" y="6864"/>
                </a:lnTo>
                <a:lnTo>
                  <a:pt x="19172" y="6864"/>
                </a:lnTo>
                <a:cubicBezTo>
                  <a:pt x="19135" y="6759"/>
                  <a:pt x="19102" y="6653"/>
                  <a:pt x="19065" y="6548"/>
                </a:cubicBezTo>
                <a:lnTo>
                  <a:pt x="0" y="6548"/>
                </a:lnTo>
                <a:close/>
                <a:moveTo>
                  <a:pt x="0" y="8184"/>
                </a:moveTo>
                <a:lnTo>
                  <a:pt x="0" y="8500"/>
                </a:lnTo>
                <a:lnTo>
                  <a:pt x="19684" y="8500"/>
                </a:lnTo>
                <a:cubicBezTo>
                  <a:pt x="19651" y="8395"/>
                  <a:pt x="19622" y="8289"/>
                  <a:pt x="19589" y="8184"/>
                </a:cubicBezTo>
                <a:lnTo>
                  <a:pt x="0" y="8184"/>
                </a:lnTo>
                <a:close/>
                <a:moveTo>
                  <a:pt x="0" y="7366"/>
                </a:moveTo>
                <a:lnTo>
                  <a:pt x="0" y="7682"/>
                </a:lnTo>
                <a:lnTo>
                  <a:pt x="19438" y="7682"/>
                </a:lnTo>
                <a:cubicBezTo>
                  <a:pt x="19405" y="7577"/>
                  <a:pt x="19372" y="7471"/>
                  <a:pt x="19336" y="7366"/>
                </a:cubicBezTo>
                <a:lnTo>
                  <a:pt x="0" y="7366"/>
                </a:lnTo>
                <a:close/>
                <a:moveTo>
                  <a:pt x="0" y="9002"/>
                </a:moveTo>
                <a:lnTo>
                  <a:pt x="0" y="9318"/>
                </a:lnTo>
                <a:lnTo>
                  <a:pt x="19917" y="9318"/>
                </a:lnTo>
                <a:cubicBezTo>
                  <a:pt x="19888" y="9213"/>
                  <a:pt x="19860" y="9107"/>
                  <a:pt x="19831" y="9002"/>
                </a:cubicBezTo>
                <a:lnTo>
                  <a:pt x="0" y="9002"/>
                </a:lnTo>
                <a:close/>
                <a:moveTo>
                  <a:pt x="0" y="5730"/>
                </a:moveTo>
                <a:lnTo>
                  <a:pt x="0" y="6046"/>
                </a:lnTo>
                <a:lnTo>
                  <a:pt x="18889" y="6046"/>
                </a:lnTo>
                <a:cubicBezTo>
                  <a:pt x="18852" y="5941"/>
                  <a:pt x="18811" y="5835"/>
                  <a:pt x="18775" y="5730"/>
                </a:cubicBezTo>
                <a:lnTo>
                  <a:pt x="0" y="5730"/>
                </a:lnTo>
                <a:close/>
                <a:moveTo>
                  <a:pt x="0" y="9824"/>
                </a:moveTo>
                <a:lnTo>
                  <a:pt x="0" y="10140"/>
                </a:lnTo>
                <a:lnTo>
                  <a:pt x="20130" y="10140"/>
                </a:lnTo>
                <a:cubicBezTo>
                  <a:pt x="20101" y="10035"/>
                  <a:pt x="20077" y="9929"/>
                  <a:pt x="20048" y="9824"/>
                </a:cubicBezTo>
                <a:lnTo>
                  <a:pt x="0" y="9824"/>
                </a:lnTo>
                <a:close/>
                <a:moveTo>
                  <a:pt x="0" y="4912"/>
                </a:moveTo>
                <a:lnTo>
                  <a:pt x="0" y="5228"/>
                </a:lnTo>
                <a:lnTo>
                  <a:pt x="18586" y="5228"/>
                </a:lnTo>
                <a:cubicBezTo>
                  <a:pt x="18545" y="5123"/>
                  <a:pt x="18504" y="5017"/>
                  <a:pt x="18463" y="4912"/>
                </a:cubicBezTo>
                <a:lnTo>
                  <a:pt x="0" y="4912"/>
                </a:ln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13"/>
          <p:cNvSpPr/>
          <p:nvPr/>
        </p:nvSpPr>
        <p:spPr>
          <a:xfrm>
            <a:off x="0" y="5363553"/>
            <a:ext cx="12192000" cy="1494447"/>
          </a:xfrm>
          <a:custGeom>
            <a:rect b="b" l="l" r="r" t="t"/>
            <a:pathLst>
              <a:path extrusionOk="0" h="1494447" w="12192000">
                <a:moveTo>
                  <a:pt x="12192000" y="0"/>
                </a:moveTo>
                <a:lnTo>
                  <a:pt x="12192000" y="1494447"/>
                </a:lnTo>
                <a:lnTo>
                  <a:pt x="0" y="1494447"/>
                </a:lnTo>
                <a:lnTo>
                  <a:pt x="0" y="882485"/>
                </a:lnTo>
                <a:cubicBezTo>
                  <a:pt x="0" y="882485"/>
                  <a:pt x="4342904" y="299907"/>
                  <a:pt x="8982391" y="81440"/>
                </a:cubicBezTo>
                <a:lnTo>
                  <a:pt x="9434054" y="63139"/>
                </a:lnTo>
                <a:lnTo>
                  <a:pt x="9553427" y="185135"/>
                </a:lnTo>
                <a:cubicBezTo>
                  <a:pt x="9994194" y="618614"/>
                  <a:pt x="10410775" y="904193"/>
                  <a:pt x="10719430" y="863813"/>
                </a:cubicBezTo>
                <a:cubicBezTo>
                  <a:pt x="10996634" y="827128"/>
                  <a:pt x="11209599" y="523981"/>
                  <a:pt x="11359883" y="73796"/>
                </a:cubicBezTo>
                <a:lnTo>
                  <a:pt x="11380043" y="7578"/>
                </a:lnTo>
                <a:close/>
              </a:path>
            </a:pathLst>
          </a:custGeom>
          <a:solidFill>
            <a:schemeClr val="dk2"/>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13"/>
          <p:cNvSpPr/>
          <p:nvPr/>
        </p:nvSpPr>
        <p:spPr>
          <a:xfrm>
            <a:off x="8726677" y="5088940"/>
            <a:ext cx="1235868" cy="1112211"/>
          </a:xfrm>
          <a:custGeom>
            <a:rect b="b" l="l" r="r" t="t"/>
            <a:pathLst>
              <a:path extrusionOk="0" h="1112211" w="1235868">
                <a:moveTo>
                  <a:pt x="396346" y="0"/>
                </a:moveTo>
                <a:lnTo>
                  <a:pt x="444980" y="56126"/>
                </a:lnTo>
                <a:cubicBezTo>
                  <a:pt x="700838" y="343817"/>
                  <a:pt x="956611" y="599825"/>
                  <a:pt x="1196674" y="790928"/>
                </a:cubicBezTo>
                <a:lnTo>
                  <a:pt x="1235868" y="819878"/>
                </a:lnTo>
                <a:lnTo>
                  <a:pt x="1235578" y="822359"/>
                </a:lnTo>
                <a:cubicBezTo>
                  <a:pt x="1222835" y="869703"/>
                  <a:pt x="1196364" y="906666"/>
                  <a:pt x="1153694" y="928160"/>
                </a:cubicBezTo>
                <a:cubicBezTo>
                  <a:pt x="812330" y="1100111"/>
                  <a:pt x="-44929" y="1290994"/>
                  <a:pt x="1841" y="792814"/>
                </a:cubicBezTo>
                <a:cubicBezTo>
                  <a:pt x="48611" y="293456"/>
                  <a:pt x="333080" y="46880"/>
                  <a:pt x="333080" y="46880"/>
                </a:cubicBezTo>
                <a:close/>
              </a:path>
            </a:pathLst>
          </a:custGeom>
          <a:solidFill>
            <a:schemeClr val="accent4"/>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13"/>
          <p:cNvSpPr txBox="1"/>
          <p:nvPr>
            <p:ph type="title"/>
          </p:nvPr>
        </p:nvSpPr>
        <p:spPr>
          <a:xfrm>
            <a:off x="838200" y="365125"/>
            <a:ext cx="667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Attack Animation</a:t>
            </a:r>
            <a:endParaRPr/>
          </a:p>
        </p:txBody>
      </p:sp>
      <p:sp>
        <p:nvSpPr>
          <p:cNvPr id="186" name="Google Shape;186;p13"/>
          <p:cNvSpPr txBox="1"/>
          <p:nvPr>
            <p:ph idx="1" type="body"/>
          </p:nvPr>
        </p:nvSpPr>
        <p:spPr>
          <a:xfrm>
            <a:off x="838200" y="1825625"/>
            <a:ext cx="6678000" cy="35379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To start animating, I decided to start with the attack animation Mr. Moreson would do.</a:t>
            </a:r>
            <a:endParaRPr/>
          </a:p>
          <a:p>
            <a:pPr indent="-228600" lvl="0" marL="228600" rtl="0" algn="l">
              <a:lnSpc>
                <a:spcPct val="90000"/>
              </a:lnSpc>
              <a:spcBef>
                <a:spcPts val="2200"/>
              </a:spcBef>
              <a:spcAft>
                <a:spcPts val="0"/>
              </a:spcAft>
              <a:buClr>
                <a:schemeClr val="dk1"/>
              </a:buClr>
              <a:buSzPts val="2800"/>
              <a:buChar char="•"/>
            </a:pPr>
            <a:r>
              <a:rPr lang="en-US"/>
              <a:t>Just Hands to Scissors</a:t>
            </a:r>
            <a:endParaRPr/>
          </a:p>
        </p:txBody>
      </p:sp>
      <p:pic>
        <p:nvPicPr>
          <p:cNvPr id="187" name="Google Shape;187;p13"/>
          <p:cNvPicPr preferRelativeResize="0"/>
          <p:nvPr/>
        </p:nvPicPr>
        <p:blipFill>
          <a:blip r:embed="rId3">
            <a:alphaModFix/>
          </a:blip>
          <a:stretch>
            <a:fillRect/>
          </a:stretch>
        </p:blipFill>
        <p:spPr>
          <a:xfrm>
            <a:off x="7516197" y="893225"/>
            <a:ext cx="3351724" cy="3351724"/>
          </a:xfrm>
          <a:prstGeom prst="rect">
            <a:avLst/>
          </a:prstGeom>
          <a:noFill/>
          <a:ln>
            <a:noFill/>
          </a:ln>
        </p:spPr>
      </p:pic>
      <p:pic>
        <p:nvPicPr>
          <p:cNvPr id="188" name="Google Shape;188;p13"/>
          <p:cNvPicPr preferRelativeResize="0"/>
          <p:nvPr/>
        </p:nvPicPr>
        <p:blipFill>
          <a:blip r:embed="rId4">
            <a:alphaModFix/>
          </a:blip>
          <a:stretch>
            <a:fillRect/>
          </a:stretch>
        </p:blipFill>
        <p:spPr>
          <a:xfrm>
            <a:off x="8912750" y="2551425"/>
            <a:ext cx="3351725" cy="3351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F0"/>
        </a:solidFill>
      </p:bgPr>
    </p:bg>
    <p:spTree>
      <p:nvGrpSpPr>
        <p:cNvPr id="193" name="Shape 193"/>
        <p:cNvGrpSpPr/>
        <p:nvPr/>
      </p:nvGrpSpPr>
      <p:grpSpPr>
        <a:xfrm>
          <a:off x="0" y="0"/>
          <a:ext cx="0" cy="0"/>
          <a:chOff x="0" y="0"/>
          <a:chExt cx="0" cy="0"/>
        </a:xfrm>
      </p:grpSpPr>
      <p:sp>
        <p:nvSpPr>
          <p:cNvPr id="194" name="Google Shape;194;p14"/>
          <p:cNvSpPr/>
          <p:nvPr/>
        </p:nvSpPr>
        <p:spPr>
          <a:xfrm>
            <a:off x="0" y="0"/>
            <a:ext cx="12192000" cy="6858000"/>
          </a:xfrm>
          <a:custGeom>
            <a:rect b="b" l="l" r="r" t="t"/>
            <a:pathLst>
              <a:path extrusionOk="0" h="6858000" w="12192000">
                <a:moveTo>
                  <a:pt x="10556455" y="405874"/>
                </a:moveTo>
                <a:cubicBezTo>
                  <a:pt x="9937078" y="373788"/>
                  <a:pt x="9028481" y="886129"/>
                  <a:pt x="8298270" y="1384878"/>
                </a:cubicBezTo>
                <a:cubicBezTo>
                  <a:pt x="7596512" y="1864119"/>
                  <a:pt x="7423304" y="2826094"/>
                  <a:pt x="7911358" y="3521664"/>
                </a:cubicBezTo>
                <a:cubicBezTo>
                  <a:pt x="8744579" y="4708993"/>
                  <a:pt x="10013933" y="6319662"/>
                  <a:pt x="10719430" y="6227366"/>
                </a:cubicBezTo>
                <a:cubicBezTo>
                  <a:pt x="11828246" y="6080624"/>
                  <a:pt x="11909242" y="1670501"/>
                  <a:pt x="11062106" y="640103"/>
                </a:cubicBezTo>
                <a:cubicBezTo>
                  <a:pt x="10937237" y="487757"/>
                  <a:pt x="10762914" y="416569"/>
                  <a:pt x="10556455" y="405874"/>
                </a:cubicBez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 name="Google Shape;195;p14"/>
          <p:cNvSpPr/>
          <p:nvPr/>
        </p:nvSpPr>
        <p:spPr>
          <a:xfrm rot="10800000">
            <a:off x="8167157" y="179347"/>
            <a:ext cx="4024843" cy="6542128"/>
          </a:xfrm>
          <a:custGeom>
            <a:rect b="b" l="l" r="r" t="t"/>
            <a:pathLst>
              <a:path extrusionOk="0" h="6542128" w="4024843">
                <a:moveTo>
                  <a:pt x="3039874" y="95709"/>
                </a:moveTo>
                <a:lnTo>
                  <a:pt x="0" y="95709"/>
                </a:lnTo>
                <a:lnTo>
                  <a:pt x="0" y="0"/>
                </a:lnTo>
                <a:lnTo>
                  <a:pt x="3005402" y="0"/>
                </a:lnTo>
                <a:cubicBezTo>
                  <a:pt x="3016210" y="28168"/>
                  <a:pt x="3027576" y="59970"/>
                  <a:pt x="3039874" y="95709"/>
                </a:cubicBezTo>
                <a:close/>
                <a:moveTo>
                  <a:pt x="3122980" y="343462"/>
                </a:moveTo>
                <a:lnTo>
                  <a:pt x="0" y="343462"/>
                </a:lnTo>
                <a:lnTo>
                  <a:pt x="0" y="247753"/>
                </a:lnTo>
                <a:lnTo>
                  <a:pt x="3091676" y="247753"/>
                </a:lnTo>
                <a:cubicBezTo>
                  <a:pt x="3101552" y="278344"/>
                  <a:pt x="3112359" y="310448"/>
                  <a:pt x="3122980" y="343462"/>
                </a:cubicBezTo>
                <a:close/>
                <a:moveTo>
                  <a:pt x="1250048" y="591215"/>
                </a:moveTo>
                <a:lnTo>
                  <a:pt x="0" y="591215"/>
                </a:lnTo>
                <a:lnTo>
                  <a:pt x="0" y="495506"/>
                </a:lnTo>
                <a:lnTo>
                  <a:pt x="1467151" y="495506"/>
                </a:lnTo>
                <a:lnTo>
                  <a:pt x="1371627" y="520123"/>
                </a:lnTo>
                <a:cubicBezTo>
                  <a:pt x="1338981" y="532803"/>
                  <a:pt x="1307335" y="549412"/>
                  <a:pt x="1276687" y="569719"/>
                </a:cubicBezTo>
                <a:close/>
                <a:moveTo>
                  <a:pt x="3200123" y="591215"/>
                </a:moveTo>
                <a:lnTo>
                  <a:pt x="1885620" y="591215"/>
                </a:lnTo>
                <a:lnTo>
                  <a:pt x="1761609" y="535172"/>
                </a:lnTo>
                <a:cubicBezTo>
                  <a:pt x="1709682" y="516408"/>
                  <a:pt x="1659469" y="503258"/>
                  <a:pt x="1611214" y="496241"/>
                </a:cubicBezTo>
                <a:lnTo>
                  <a:pt x="1563383" y="495506"/>
                </a:lnTo>
                <a:lnTo>
                  <a:pt x="3171054" y="495506"/>
                </a:lnTo>
                <a:cubicBezTo>
                  <a:pt x="3180185" y="526096"/>
                  <a:pt x="3190061" y="558201"/>
                  <a:pt x="3200123" y="591215"/>
                </a:cubicBezTo>
                <a:close/>
                <a:moveTo>
                  <a:pt x="1032550" y="838968"/>
                </a:moveTo>
                <a:lnTo>
                  <a:pt x="0" y="838968"/>
                </a:lnTo>
                <a:lnTo>
                  <a:pt x="0" y="743259"/>
                </a:lnTo>
                <a:lnTo>
                  <a:pt x="1098415" y="743259"/>
                </a:lnTo>
                <a:close/>
                <a:moveTo>
                  <a:pt x="3272607" y="838968"/>
                </a:moveTo>
                <a:lnTo>
                  <a:pt x="2265075" y="838968"/>
                </a:lnTo>
                <a:lnTo>
                  <a:pt x="2135504" y="743259"/>
                </a:lnTo>
                <a:lnTo>
                  <a:pt x="3245030" y="743259"/>
                </a:lnTo>
                <a:cubicBezTo>
                  <a:pt x="3254160" y="773849"/>
                  <a:pt x="3263290" y="805651"/>
                  <a:pt x="3272607" y="838968"/>
                </a:cubicBezTo>
                <a:close/>
                <a:moveTo>
                  <a:pt x="907305" y="1086720"/>
                </a:moveTo>
                <a:lnTo>
                  <a:pt x="0" y="1086720"/>
                </a:lnTo>
                <a:lnTo>
                  <a:pt x="0" y="991011"/>
                </a:lnTo>
                <a:lnTo>
                  <a:pt x="949893" y="991011"/>
                </a:lnTo>
                <a:close/>
                <a:moveTo>
                  <a:pt x="3339688" y="1086720"/>
                </a:moveTo>
                <a:lnTo>
                  <a:pt x="2547145" y="1086720"/>
                </a:lnTo>
                <a:lnTo>
                  <a:pt x="2451397" y="996585"/>
                </a:lnTo>
                <a:lnTo>
                  <a:pt x="2444825" y="991011"/>
                </a:lnTo>
                <a:lnTo>
                  <a:pt x="3313788" y="991011"/>
                </a:lnTo>
                <a:cubicBezTo>
                  <a:pt x="3322918" y="1022813"/>
                  <a:pt x="3331303" y="1054918"/>
                  <a:pt x="3339688" y="1086720"/>
                </a:cubicBezTo>
                <a:close/>
                <a:moveTo>
                  <a:pt x="816420" y="1335685"/>
                </a:moveTo>
                <a:lnTo>
                  <a:pt x="0" y="1335685"/>
                </a:lnTo>
                <a:lnTo>
                  <a:pt x="0" y="1239976"/>
                </a:lnTo>
                <a:lnTo>
                  <a:pt x="848308" y="1239976"/>
                </a:lnTo>
                <a:lnTo>
                  <a:pt x="832117" y="1284126"/>
                </a:lnTo>
                <a:close/>
                <a:moveTo>
                  <a:pt x="3403787" y="1335685"/>
                </a:moveTo>
                <a:lnTo>
                  <a:pt x="2797969" y="1335685"/>
                </a:lnTo>
                <a:lnTo>
                  <a:pt x="2704316" y="1239976"/>
                </a:lnTo>
                <a:lnTo>
                  <a:pt x="3379378" y="1239976"/>
                </a:lnTo>
                <a:cubicBezTo>
                  <a:pt x="3387762" y="1271778"/>
                  <a:pt x="3395402" y="1303883"/>
                  <a:pt x="3403787" y="1335685"/>
                </a:cubicBezTo>
                <a:close/>
                <a:moveTo>
                  <a:pt x="747343" y="1583437"/>
                </a:moveTo>
                <a:lnTo>
                  <a:pt x="0" y="1583437"/>
                </a:lnTo>
                <a:lnTo>
                  <a:pt x="0" y="1487729"/>
                </a:lnTo>
                <a:lnTo>
                  <a:pt x="771575" y="1487729"/>
                </a:lnTo>
                <a:close/>
                <a:moveTo>
                  <a:pt x="3463228" y="1583437"/>
                </a:moveTo>
                <a:lnTo>
                  <a:pt x="3026433" y="1583437"/>
                </a:lnTo>
                <a:lnTo>
                  <a:pt x="3020343" y="1576409"/>
                </a:lnTo>
                <a:lnTo>
                  <a:pt x="2939151" y="1487729"/>
                </a:lnTo>
                <a:lnTo>
                  <a:pt x="3440309" y="1487729"/>
                </a:lnTo>
                <a:cubicBezTo>
                  <a:pt x="3447949" y="1519531"/>
                  <a:pt x="3455588" y="1551635"/>
                  <a:pt x="3463228" y="1583437"/>
                </a:cubicBezTo>
                <a:close/>
                <a:moveTo>
                  <a:pt x="692583" y="1831190"/>
                </a:moveTo>
                <a:lnTo>
                  <a:pt x="0" y="1831190"/>
                </a:lnTo>
                <a:lnTo>
                  <a:pt x="0" y="1735481"/>
                </a:lnTo>
                <a:lnTo>
                  <a:pt x="712665" y="1735481"/>
                </a:lnTo>
                <a:close/>
                <a:moveTo>
                  <a:pt x="3519688" y="1831190"/>
                </a:moveTo>
                <a:lnTo>
                  <a:pt x="3239251" y="1831190"/>
                </a:lnTo>
                <a:lnTo>
                  <a:pt x="3212009" y="1797599"/>
                </a:lnTo>
                <a:lnTo>
                  <a:pt x="3158182" y="1735481"/>
                </a:lnTo>
                <a:lnTo>
                  <a:pt x="3498446" y="1735481"/>
                </a:lnTo>
                <a:cubicBezTo>
                  <a:pt x="3505154" y="1767283"/>
                  <a:pt x="3512794" y="1799388"/>
                  <a:pt x="3519688" y="1831190"/>
                </a:cubicBezTo>
                <a:close/>
                <a:moveTo>
                  <a:pt x="650515" y="2078943"/>
                </a:moveTo>
                <a:lnTo>
                  <a:pt x="0" y="2078943"/>
                </a:lnTo>
                <a:lnTo>
                  <a:pt x="0" y="1983234"/>
                </a:lnTo>
                <a:lnTo>
                  <a:pt x="665825" y="1983234"/>
                </a:lnTo>
                <a:lnTo>
                  <a:pt x="653507" y="2054753"/>
                </a:lnTo>
                <a:close/>
                <a:moveTo>
                  <a:pt x="3572421" y="2078943"/>
                </a:moveTo>
                <a:lnTo>
                  <a:pt x="3440176" y="2078943"/>
                </a:lnTo>
                <a:lnTo>
                  <a:pt x="3362557" y="1983234"/>
                </a:lnTo>
                <a:lnTo>
                  <a:pt x="3552483" y="1983234"/>
                </a:lnTo>
                <a:cubicBezTo>
                  <a:pt x="3559377" y="2015036"/>
                  <a:pt x="3565526" y="2047141"/>
                  <a:pt x="3572421" y="2078943"/>
                </a:cubicBezTo>
                <a:close/>
                <a:moveTo>
                  <a:pt x="3616408" y="2298606"/>
                </a:moveTo>
                <a:lnTo>
                  <a:pt x="3589576" y="2263162"/>
                </a:lnTo>
                <a:lnTo>
                  <a:pt x="3563483" y="2230987"/>
                </a:lnTo>
                <a:lnTo>
                  <a:pt x="3602980" y="2230987"/>
                </a:lnTo>
                <a:close/>
                <a:moveTo>
                  <a:pt x="619880" y="2326696"/>
                </a:moveTo>
                <a:lnTo>
                  <a:pt x="0" y="2326696"/>
                </a:lnTo>
                <a:lnTo>
                  <a:pt x="0" y="2230987"/>
                </a:lnTo>
                <a:lnTo>
                  <a:pt x="631714" y="2230987"/>
                </a:lnTo>
                <a:close/>
                <a:moveTo>
                  <a:pt x="593685" y="2574449"/>
                </a:moveTo>
                <a:lnTo>
                  <a:pt x="0" y="2574449"/>
                </a:lnTo>
                <a:lnTo>
                  <a:pt x="0" y="2478740"/>
                </a:lnTo>
                <a:lnTo>
                  <a:pt x="601079" y="2478740"/>
                </a:lnTo>
                <a:lnTo>
                  <a:pt x="599095" y="2494786"/>
                </a:lnTo>
                <a:close/>
                <a:moveTo>
                  <a:pt x="576861" y="2822201"/>
                </a:moveTo>
                <a:lnTo>
                  <a:pt x="0" y="2822201"/>
                </a:lnTo>
                <a:lnTo>
                  <a:pt x="0" y="2726493"/>
                </a:lnTo>
                <a:lnTo>
                  <a:pt x="583360" y="2726493"/>
                </a:lnTo>
                <a:close/>
                <a:moveTo>
                  <a:pt x="565701" y="3071166"/>
                </a:moveTo>
                <a:lnTo>
                  <a:pt x="0" y="3071166"/>
                </a:lnTo>
                <a:lnTo>
                  <a:pt x="0" y="2975457"/>
                </a:lnTo>
                <a:lnTo>
                  <a:pt x="567409" y="2975457"/>
                </a:lnTo>
                <a:close/>
                <a:moveTo>
                  <a:pt x="561279" y="3318919"/>
                </a:moveTo>
                <a:lnTo>
                  <a:pt x="0" y="3318919"/>
                </a:lnTo>
                <a:lnTo>
                  <a:pt x="0" y="3223210"/>
                </a:lnTo>
                <a:lnTo>
                  <a:pt x="562987" y="3223210"/>
                </a:lnTo>
                <a:close/>
                <a:moveTo>
                  <a:pt x="563542" y="3566671"/>
                </a:moveTo>
                <a:lnTo>
                  <a:pt x="0" y="3566671"/>
                </a:lnTo>
                <a:lnTo>
                  <a:pt x="0" y="3470962"/>
                </a:lnTo>
                <a:lnTo>
                  <a:pt x="560626" y="3470962"/>
                </a:lnTo>
                <a:close/>
                <a:moveTo>
                  <a:pt x="571090" y="3814424"/>
                </a:moveTo>
                <a:lnTo>
                  <a:pt x="0" y="3814424"/>
                </a:lnTo>
                <a:lnTo>
                  <a:pt x="0" y="3718715"/>
                </a:lnTo>
                <a:lnTo>
                  <a:pt x="568174" y="3718715"/>
                </a:lnTo>
                <a:close/>
                <a:moveTo>
                  <a:pt x="586791" y="4062177"/>
                </a:moveTo>
                <a:lnTo>
                  <a:pt x="0" y="4062177"/>
                </a:lnTo>
                <a:lnTo>
                  <a:pt x="0" y="3966468"/>
                </a:lnTo>
                <a:lnTo>
                  <a:pt x="579081" y="3966468"/>
                </a:lnTo>
                <a:close/>
                <a:moveTo>
                  <a:pt x="606750" y="4309929"/>
                </a:moveTo>
                <a:lnTo>
                  <a:pt x="0" y="4309929"/>
                </a:lnTo>
                <a:lnTo>
                  <a:pt x="0" y="4214221"/>
                </a:lnTo>
                <a:lnTo>
                  <a:pt x="599040" y="4214221"/>
                </a:lnTo>
                <a:close/>
                <a:moveTo>
                  <a:pt x="637841" y="4557683"/>
                </a:moveTo>
                <a:lnTo>
                  <a:pt x="0" y="4557683"/>
                </a:lnTo>
                <a:lnTo>
                  <a:pt x="0" y="4461974"/>
                </a:lnTo>
                <a:lnTo>
                  <a:pt x="624782" y="4461974"/>
                </a:lnTo>
                <a:close/>
                <a:moveTo>
                  <a:pt x="672413" y="4806647"/>
                </a:moveTo>
                <a:lnTo>
                  <a:pt x="0" y="4806647"/>
                </a:lnTo>
                <a:lnTo>
                  <a:pt x="0" y="4710938"/>
                </a:lnTo>
                <a:lnTo>
                  <a:pt x="658751" y="4710938"/>
                </a:lnTo>
                <a:lnTo>
                  <a:pt x="670124" y="4794299"/>
                </a:lnTo>
                <a:close/>
                <a:moveTo>
                  <a:pt x="720385" y="5054399"/>
                </a:moveTo>
                <a:lnTo>
                  <a:pt x="0" y="5054399"/>
                </a:lnTo>
                <a:lnTo>
                  <a:pt x="0" y="4958690"/>
                </a:lnTo>
                <a:lnTo>
                  <a:pt x="700587" y="4958690"/>
                </a:lnTo>
                <a:lnTo>
                  <a:pt x="708242" y="5000002"/>
                </a:lnTo>
                <a:close/>
                <a:moveTo>
                  <a:pt x="780364" y="5302153"/>
                </a:moveTo>
                <a:lnTo>
                  <a:pt x="0" y="5302153"/>
                </a:lnTo>
                <a:lnTo>
                  <a:pt x="0" y="5206443"/>
                </a:lnTo>
                <a:lnTo>
                  <a:pt x="754796" y="5206443"/>
                </a:lnTo>
                <a:close/>
                <a:moveTo>
                  <a:pt x="3985899" y="5302153"/>
                </a:moveTo>
                <a:lnTo>
                  <a:pt x="3939022" y="5302153"/>
                </a:lnTo>
                <a:lnTo>
                  <a:pt x="3983969" y="5267970"/>
                </a:lnTo>
                <a:close/>
                <a:moveTo>
                  <a:pt x="855417" y="5549905"/>
                </a:moveTo>
                <a:lnTo>
                  <a:pt x="0" y="5549905"/>
                </a:lnTo>
                <a:lnTo>
                  <a:pt x="0" y="5454196"/>
                </a:lnTo>
                <a:lnTo>
                  <a:pt x="824854" y="5454196"/>
                </a:lnTo>
                <a:close/>
                <a:moveTo>
                  <a:pt x="3998943" y="5549905"/>
                </a:moveTo>
                <a:lnTo>
                  <a:pt x="3569327" y="5549905"/>
                </a:lnTo>
                <a:lnTo>
                  <a:pt x="3612452" y="5523175"/>
                </a:lnTo>
                <a:lnTo>
                  <a:pt x="3716442" y="5454196"/>
                </a:lnTo>
                <a:lnTo>
                  <a:pt x="3994284" y="5454196"/>
                </a:lnTo>
                <a:cubicBezTo>
                  <a:pt x="3995775" y="5485998"/>
                  <a:pt x="3997452" y="5518103"/>
                  <a:pt x="3998943" y="5549905"/>
                </a:cubicBezTo>
                <a:close/>
                <a:moveTo>
                  <a:pt x="957459" y="5797658"/>
                </a:moveTo>
                <a:lnTo>
                  <a:pt x="0" y="5797658"/>
                </a:lnTo>
                <a:lnTo>
                  <a:pt x="0" y="5701949"/>
                </a:lnTo>
                <a:lnTo>
                  <a:pt x="913583" y="5701949"/>
                </a:lnTo>
                <a:lnTo>
                  <a:pt x="916191" y="5708756"/>
                </a:lnTo>
                <a:close/>
                <a:moveTo>
                  <a:pt x="4008819" y="5797658"/>
                </a:moveTo>
                <a:lnTo>
                  <a:pt x="3155979" y="5797658"/>
                </a:lnTo>
                <a:lnTo>
                  <a:pt x="3319931" y="5704488"/>
                </a:lnTo>
                <a:lnTo>
                  <a:pt x="3324027" y="5701949"/>
                </a:lnTo>
                <a:lnTo>
                  <a:pt x="4005092" y="5701949"/>
                </a:lnTo>
                <a:cubicBezTo>
                  <a:pt x="4006583" y="5733751"/>
                  <a:pt x="4007328" y="5765856"/>
                  <a:pt x="4008819" y="5797658"/>
                </a:cubicBezTo>
                <a:close/>
                <a:moveTo>
                  <a:pt x="1103940" y="6045411"/>
                </a:moveTo>
                <a:lnTo>
                  <a:pt x="0" y="6045411"/>
                </a:lnTo>
                <a:lnTo>
                  <a:pt x="0" y="5949702"/>
                </a:lnTo>
                <a:lnTo>
                  <a:pt x="1038682" y="5949702"/>
                </a:lnTo>
                <a:lnTo>
                  <a:pt x="1053197" y="5975104"/>
                </a:lnTo>
                <a:close/>
                <a:moveTo>
                  <a:pt x="4016458" y="6045411"/>
                </a:moveTo>
                <a:lnTo>
                  <a:pt x="2676033" y="6045411"/>
                </a:lnTo>
                <a:lnTo>
                  <a:pt x="2723075" y="6025162"/>
                </a:lnTo>
                <a:lnTo>
                  <a:pt x="2872118" y="5949702"/>
                </a:lnTo>
                <a:lnTo>
                  <a:pt x="4013477" y="5949702"/>
                </a:lnTo>
                <a:cubicBezTo>
                  <a:pt x="4014968" y="5981504"/>
                  <a:pt x="4015713" y="6013306"/>
                  <a:pt x="4016458" y="6045411"/>
                </a:cubicBezTo>
                <a:close/>
                <a:moveTo>
                  <a:pt x="1478623" y="6293163"/>
                </a:moveTo>
                <a:lnTo>
                  <a:pt x="0" y="6293163"/>
                </a:lnTo>
                <a:lnTo>
                  <a:pt x="0" y="6197455"/>
                </a:lnTo>
                <a:lnTo>
                  <a:pt x="1260756" y="6197455"/>
                </a:lnTo>
                <a:lnTo>
                  <a:pt x="1352123" y="6251606"/>
                </a:lnTo>
                <a:close/>
                <a:moveTo>
                  <a:pt x="4021862" y="6293163"/>
                </a:moveTo>
                <a:lnTo>
                  <a:pt x="1936874" y="6293163"/>
                </a:lnTo>
                <a:lnTo>
                  <a:pt x="2011366" y="6279908"/>
                </a:lnTo>
                <a:cubicBezTo>
                  <a:pt x="2055828" y="6270379"/>
                  <a:pt x="2101078" y="6259133"/>
                  <a:pt x="2147000" y="6246304"/>
                </a:cubicBezTo>
                <a:lnTo>
                  <a:pt x="2292580" y="6197455"/>
                </a:lnTo>
                <a:lnTo>
                  <a:pt x="4020185" y="6197455"/>
                </a:lnTo>
                <a:cubicBezTo>
                  <a:pt x="4021117" y="6229257"/>
                  <a:pt x="4021117" y="6261059"/>
                  <a:pt x="4021862" y="6293163"/>
                </a:cubicBezTo>
                <a:close/>
                <a:moveTo>
                  <a:pt x="4024843" y="6542128"/>
                </a:moveTo>
                <a:lnTo>
                  <a:pt x="0" y="6542128"/>
                </a:lnTo>
                <a:lnTo>
                  <a:pt x="0" y="6446419"/>
                </a:lnTo>
                <a:lnTo>
                  <a:pt x="4023353" y="6446419"/>
                </a:lnTo>
                <a:cubicBezTo>
                  <a:pt x="4024098" y="6477009"/>
                  <a:pt x="4024098" y="6508811"/>
                  <a:pt x="4024843" y="6542128"/>
                </a:cubicBez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14"/>
          <p:cNvSpPr/>
          <p:nvPr/>
        </p:nvSpPr>
        <p:spPr>
          <a:xfrm>
            <a:off x="0" y="179347"/>
            <a:ext cx="2377134" cy="6542154"/>
          </a:xfrm>
          <a:custGeom>
            <a:rect b="b" l="l" r="r" t="t"/>
            <a:pathLst>
              <a:path extrusionOk="0" h="21600" w="21600">
                <a:moveTo>
                  <a:pt x="20920" y="13914"/>
                </a:moveTo>
                <a:cubicBezTo>
                  <a:pt x="20937" y="14019"/>
                  <a:pt x="20957" y="14125"/>
                  <a:pt x="20973" y="14230"/>
                </a:cubicBezTo>
                <a:lnTo>
                  <a:pt x="0" y="14230"/>
                </a:lnTo>
                <a:lnTo>
                  <a:pt x="0" y="13914"/>
                </a:lnTo>
                <a:lnTo>
                  <a:pt x="20920" y="13914"/>
                </a:lnTo>
                <a:close/>
                <a:moveTo>
                  <a:pt x="0" y="15554"/>
                </a:moveTo>
                <a:lnTo>
                  <a:pt x="0" y="15870"/>
                </a:lnTo>
                <a:lnTo>
                  <a:pt x="21211" y="15870"/>
                </a:lnTo>
                <a:cubicBezTo>
                  <a:pt x="21199" y="15765"/>
                  <a:pt x="21182" y="15659"/>
                  <a:pt x="21170" y="15554"/>
                </a:cubicBezTo>
                <a:lnTo>
                  <a:pt x="0" y="15554"/>
                </a:lnTo>
                <a:close/>
                <a:moveTo>
                  <a:pt x="0" y="14732"/>
                </a:moveTo>
                <a:lnTo>
                  <a:pt x="0" y="15048"/>
                </a:lnTo>
                <a:lnTo>
                  <a:pt x="21100" y="15048"/>
                </a:lnTo>
                <a:cubicBezTo>
                  <a:pt x="21084" y="14942"/>
                  <a:pt x="21068" y="14837"/>
                  <a:pt x="21055" y="14732"/>
                </a:cubicBezTo>
                <a:lnTo>
                  <a:pt x="0" y="14732"/>
                </a:lnTo>
                <a:close/>
                <a:moveTo>
                  <a:pt x="0" y="13096"/>
                </a:moveTo>
                <a:lnTo>
                  <a:pt x="0" y="13412"/>
                </a:lnTo>
                <a:lnTo>
                  <a:pt x="20838" y="13412"/>
                </a:lnTo>
                <a:cubicBezTo>
                  <a:pt x="20818" y="13307"/>
                  <a:pt x="20802" y="13201"/>
                  <a:pt x="20781" y="13096"/>
                </a:cubicBezTo>
                <a:lnTo>
                  <a:pt x="0" y="13096"/>
                </a:lnTo>
                <a:close/>
                <a:moveTo>
                  <a:pt x="0" y="12278"/>
                </a:moveTo>
                <a:lnTo>
                  <a:pt x="0" y="12594"/>
                </a:lnTo>
                <a:lnTo>
                  <a:pt x="20683" y="12594"/>
                </a:lnTo>
                <a:cubicBezTo>
                  <a:pt x="20662" y="12489"/>
                  <a:pt x="20642" y="12383"/>
                  <a:pt x="20621" y="12278"/>
                </a:cubicBezTo>
                <a:lnTo>
                  <a:pt x="0" y="12278"/>
                </a:lnTo>
                <a:close/>
                <a:moveTo>
                  <a:pt x="0" y="19644"/>
                </a:moveTo>
                <a:lnTo>
                  <a:pt x="0" y="19960"/>
                </a:lnTo>
                <a:lnTo>
                  <a:pt x="21555" y="19960"/>
                </a:lnTo>
                <a:cubicBezTo>
                  <a:pt x="21551" y="19854"/>
                  <a:pt x="21547" y="19749"/>
                  <a:pt x="21539" y="19644"/>
                </a:cubicBezTo>
                <a:lnTo>
                  <a:pt x="0" y="19644"/>
                </a:lnTo>
                <a:close/>
                <a:moveTo>
                  <a:pt x="0" y="11460"/>
                </a:moveTo>
                <a:lnTo>
                  <a:pt x="0" y="11776"/>
                </a:lnTo>
                <a:lnTo>
                  <a:pt x="20515" y="11776"/>
                </a:lnTo>
                <a:cubicBezTo>
                  <a:pt x="20490" y="11671"/>
                  <a:pt x="20470" y="11565"/>
                  <a:pt x="20445" y="11460"/>
                </a:cubicBezTo>
                <a:lnTo>
                  <a:pt x="0" y="11460"/>
                </a:lnTo>
                <a:close/>
                <a:moveTo>
                  <a:pt x="0" y="10642"/>
                </a:moveTo>
                <a:lnTo>
                  <a:pt x="0" y="10958"/>
                </a:lnTo>
                <a:lnTo>
                  <a:pt x="20331" y="10958"/>
                </a:lnTo>
                <a:cubicBezTo>
                  <a:pt x="20306" y="10853"/>
                  <a:pt x="20281" y="10747"/>
                  <a:pt x="20257" y="10642"/>
                </a:cubicBezTo>
                <a:lnTo>
                  <a:pt x="0" y="10642"/>
                </a:lnTo>
                <a:close/>
                <a:moveTo>
                  <a:pt x="0" y="20778"/>
                </a:moveTo>
                <a:lnTo>
                  <a:pt x="21584" y="20778"/>
                </a:lnTo>
                <a:cubicBezTo>
                  <a:pt x="21580" y="20672"/>
                  <a:pt x="21580" y="20567"/>
                  <a:pt x="21575" y="20462"/>
                </a:cubicBezTo>
                <a:lnTo>
                  <a:pt x="0" y="20462"/>
                </a:lnTo>
                <a:lnTo>
                  <a:pt x="0" y="20778"/>
                </a:lnTo>
                <a:close/>
                <a:moveTo>
                  <a:pt x="0" y="16372"/>
                </a:moveTo>
                <a:lnTo>
                  <a:pt x="0" y="16688"/>
                </a:lnTo>
                <a:lnTo>
                  <a:pt x="21309" y="16688"/>
                </a:lnTo>
                <a:cubicBezTo>
                  <a:pt x="21297" y="16583"/>
                  <a:pt x="21285" y="16477"/>
                  <a:pt x="21272" y="16372"/>
                </a:cubicBezTo>
                <a:lnTo>
                  <a:pt x="0" y="16372"/>
                </a:lnTo>
                <a:close/>
                <a:moveTo>
                  <a:pt x="0" y="18826"/>
                </a:moveTo>
                <a:lnTo>
                  <a:pt x="0" y="19142"/>
                </a:lnTo>
                <a:lnTo>
                  <a:pt x="21514" y="19142"/>
                </a:lnTo>
                <a:cubicBezTo>
                  <a:pt x="21506" y="19037"/>
                  <a:pt x="21502" y="18931"/>
                  <a:pt x="21494" y="18826"/>
                </a:cubicBezTo>
                <a:lnTo>
                  <a:pt x="0" y="18826"/>
                </a:lnTo>
                <a:close/>
                <a:moveTo>
                  <a:pt x="0" y="17190"/>
                </a:moveTo>
                <a:lnTo>
                  <a:pt x="0" y="17506"/>
                </a:lnTo>
                <a:lnTo>
                  <a:pt x="21391" y="17506"/>
                </a:lnTo>
                <a:cubicBezTo>
                  <a:pt x="21383" y="17401"/>
                  <a:pt x="21371" y="17295"/>
                  <a:pt x="21362" y="17190"/>
                </a:cubicBezTo>
                <a:lnTo>
                  <a:pt x="0" y="17190"/>
                </a:lnTo>
                <a:close/>
                <a:moveTo>
                  <a:pt x="0" y="18008"/>
                </a:moveTo>
                <a:lnTo>
                  <a:pt x="0" y="18324"/>
                </a:lnTo>
                <a:lnTo>
                  <a:pt x="21461" y="18324"/>
                </a:lnTo>
                <a:cubicBezTo>
                  <a:pt x="21453" y="18219"/>
                  <a:pt x="21444" y="18113"/>
                  <a:pt x="21436" y="18008"/>
                </a:cubicBezTo>
                <a:lnTo>
                  <a:pt x="0" y="18008"/>
                </a:lnTo>
                <a:close/>
                <a:moveTo>
                  <a:pt x="0" y="818"/>
                </a:moveTo>
                <a:lnTo>
                  <a:pt x="0" y="1134"/>
                </a:lnTo>
                <a:lnTo>
                  <a:pt x="16760" y="1134"/>
                </a:lnTo>
                <a:cubicBezTo>
                  <a:pt x="16703" y="1025"/>
                  <a:pt x="16645" y="919"/>
                  <a:pt x="16592" y="818"/>
                </a:cubicBezTo>
                <a:lnTo>
                  <a:pt x="0" y="818"/>
                </a:lnTo>
                <a:close/>
                <a:moveTo>
                  <a:pt x="0" y="4094"/>
                </a:moveTo>
                <a:lnTo>
                  <a:pt x="0" y="4410"/>
                </a:lnTo>
                <a:lnTo>
                  <a:pt x="18267" y="4410"/>
                </a:lnTo>
                <a:cubicBezTo>
                  <a:pt x="18222" y="4305"/>
                  <a:pt x="18181" y="4199"/>
                  <a:pt x="18136" y="4094"/>
                </a:cubicBezTo>
                <a:lnTo>
                  <a:pt x="0" y="4094"/>
                </a:lnTo>
                <a:close/>
                <a:moveTo>
                  <a:pt x="0" y="1636"/>
                </a:moveTo>
                <a:lnTo>
                  <a:pt x="0" y="1952"/>
                </a:lnTo>
                <a:lnTo>
                  <a:pt x="17174" y="1952"/>
                </a:lnTo>
                <a:cubicBezTo>
                  <a:pt x="17120" y="1843"/>
                  <a:pt x="17067" y="1737"/>
                  <a:pt x="17018" y="1636"/>
                </a:cubicBezTo>
                <a:lnTo>
                  <a:pt x="0" y="1636"/>
                </a:lnTo>
                <a:close/>
                <a:moveTo>
                  <a:pt x="0" y="3272"/>
                </a:moveTo>
                <a:lnTo>
                  <a:pt x="0" y="3588"/>
                </a:lnTo>
                <a:lnTo>
                  <a:pt x="17923" y="3588"/>
                </a:lnTo>
                <a:cubicBezTo>
                  <a:pt x="17878" y="3483"/>
                  <a:pt x="17833" y="3377"/>
                  <a:pt x="17784" y="3272"/>
                </a:cubicBezTo>
                <a:lnTo>
                  <a:pt x="0" y="3272"/>
                </a:lnTo>
                <a:close/>
                <a:moveTo>
                  <a:pt x="0" y="2454"/>
                </a:moveTo>
                <a:lnTo>
                  <a:pt x="0" y="2770"/>
                </a:lnTo>
                <a:lnTo>
                  <a:pt x="17563" y="2770"/>
                </a:lnTo>
                <a:cubicBezTo>
                  <a:pt x="17513" y="2660"/>
                  <a:pt x="17464" y="2555"/>
                  <a:pt x="17415" y="2454"/>
                </a:cubicBezTo>
                <a:lnTo>
                  <a:pt x="0" y="2454"/>
                </a:lnTo>
                <a:close/>
                <a:moveTo>
                  <a:pt x="0" y="0"/>
                </a:moveTo>
                <a:lnTo>
                  <a:pt x="0" y="316"/>
                </a:lnTo>
                <a:lnTo>
                  <a:pt x="16314" y="316"/>
                </a:lnTo>
                <a:cubicBezTo>
                  <a:pt x="16248" y="198"/>
                  <a:pt x="16187" y="93"/>
                  <a:pt x="16129" y="0"/>
                </a:cubicBezTo>
                <a:lnTo>
                  <a:pt x="0" y="0"/>
                </a:lnTo>
                <a:close/>
                <a:moveTo>
                  <a:pt x="21592" y="21284"/>
                </a:moveTo>
                <a:lnTo>
                  <a:pt x="0" y="21284"/>
                </a:lnTo>
                <a:lnTo>
                  <a:pt x="0" y="21600"/>
                </a:lnTo>
                <a:lnTo>
                  <a:pt x="21600" y="21600"/>
                </a:lnTo>
                <a:cubicBezTo>
                  <a:pt x="21596" y="21490"/>
                  <a:pt x="21596" y="21385"/>
                  <a:pt x="21592" y="21284"/>
                </a:cubicBezTo>
                <a:close/>
                <a:moveTo>
                  <a:pt x="0" y="6548"/>
                </a:moveTo>
                <a:lnTo>
                  <a:pt x="0" y="6864"/>
                </a:lnTo>
                <a:lnTo>
                  <a:pt x="19172" y="6864"/>
                </a:lnTo>
                <a:cubicBezTo>
                  <a:pt x="19135" y="6759"/>
                  <a:pt x="19102" y="6653"/>
                  <a:pt x="19065" y="6548"/>
                </a:cubicBezTo>
                <a:lnTo>
                  <a:pt x="0" y="6548"/>
                </a:lnTo>
                <a:close/>
                <a:moveTo>
                  <a:pt x="0" y="8184"/>
                </a:moveTo>
                <a:lnTo>
                  <a:pt x="0" y="8500"/>
                </a:lnTo>
                <a:lnTo>
                  <a:pt x="19684" y="8500"/>
                </a:lnTo>
                <a:cubicBezTo>
                  <a:pt x="19651" y="8395"/>
                  <a:pt x="19622" y="8289"/>
                  <a:pt x="19589" y="8184"/>
                </a:cubicBezTo>
                <a:lnTo>
                  <a:pt x="0" y="8184"/>
                </a:lnTo>
                <a:close/>
                <a:moveTo>
                  <a:pt x="0" y="7366"/>
                </a:moveTo>
                <a:lnTo>
                  <a:pt x="0" y="7682"/>
                </a:lnTo>
                <a:lnTo>
                  <a:pt x="19438" y="7682"/>
                </a:lnTo>
                <a:cubicBezTo>
                  <a:pt x="19405" y="7577"/>
                  <a:pt x="19372" y="7471"/>
                  <a:pt x="19336" y="7366"/>
                </a:cubicBezTo>
                <a:lnTo>
                  <a:pt x="0" y="7366"/>
                </a:lnTo>
                <a:close/>
                <a:moveTo>
                  <a:pt x="0" y="9002"/>
                </a:moveTo>
                <a:lnTo>
                  <a:pt x="0" y="9318"/>
                </a:lnTo>
                <a:lnTo>
                  <a:pt x="19917" y="9318"/>
                </a:lnTo>
                <a:cubicBezTo>
                  <a:pt x="19888" y="9213"/>
                  <a:pt x="19860" y="9107"/>
                  <a:pt x="19831" y="9002"/>
                </a:cubicBezTo>
                <a:lnTo>
                  <a:pt x="0" y="9002"/>
                </a:lnTo>
                <a:close/>
                <a:moveTo>
                  <a:pt x="0" y="5730"/>
                </a:moveTo>
                <a:lnTo>
                  <a:pt x="0" y="6046"/>
                </a:lnTo>
                <a:lnTo>
                  <a:pt x="18889" y="6046"/>
                </a:lnTo>
                <a:cubicBezTo>
                  <a:pt x="18852" y="5941"/>
                  <a:pt x="18811" y="5835"/>
                  <a:pt x="18775" y="5730"/>
                </a:cubicBezTo>
                <a:lnTo>
                  <a:pt x="0" y="5730"/>
                </a:lnTo>
                <a:close/>
                <a:moveTo>
                  <a:pt x="0" y="9824"/>
                </a:moveTo>
                <a:lnTo>
                  <a:pt x="0" y="10140"/>
                </a:lnTo>
                <a:lnTo>
                  <a:pt x="20130" y="10140"/>
                </a:lnTo>
                <a:cubicBezTo>
                  <a:pt x="20101" y="10035"/>
                  <a:pt x="20077" y="9929"/>
                  <a:pt x="20048" y="9824"/>
                </a:cubicBezTo>
                <a:lnTo>
                  <a:pt x="0" y="9824"/>
                </a:lnTo>
                <a:close/>
                <a:moveTo>
                  <a:pt x="0" y="4912"/>
                </a:moveTo>
                <a:lnTo>
                  <a:pt x="0" y="5228"/>
                </a:lnTo>
                <a:lnTo>
                  <a:pt x="18586" y="5228"/>
                </a:lnTo>
                <a:cubicBezTo>
                  <a:pt x="18545" y="5123"/>
                  <a:pt x="18504" y="5017"/>
                  <a:pt x="18463" y="4912"/>
                </a:cubicBezTo>
                <a:lnTo>
                  <a:pt x="0" y="4912"/>
                </a:ln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14"/>
          <p:cNvSpPr/>
          <p:nvPr/>
        </p:nvSpPr>
        <p:spPr>
          <a:xfrm>
            <a:off x="0" y="5363553"/>
            <a:ext cx="12192000" cy="1494447"/>
          </a:xfrm>
          <a:custGeom>
            <a:rect b="b" l="l" r="r" t="t"/>
            <a:pathLst>
              <a:path extrusionOk="0" h="1494447" w="12192000">
                <a:moveTo>
                  <a:pt x="12192000" y="0"/>
                </a:moveTo>
                <a:lnTo>
                  <a:pt x="12192000" y="1494447"/>
                </a:lnTo>
                <a:lnTo>
                  <a:pt x="0" y="1494447"/>
                </a:lnTo>
                <a:lnTo>
                  <a:pt x="0" y="882485"/>
                </a:lnTo>
                <a:cubicBezTo>
                  <a:pt x="0" y="882485"/>
                  <a:pt x="4342904" y="299907"/>
                  <a:pt x="8982391" y="81440"/>
                </a:cubicBezTo>
                <a:lnTo>
                  <a:pt x="9434054" y="63139"/>
                </a:lnTo>
                <a:lnTo>
                  <a:pt x="9553427" y="185135"/>
                </a:lnTo>
                <a:cubicBezTo>
                  <a:pt x="9994194" y="618614"/>
                  <a:pt x="10410775" y="904193"/>
                  <a:pt x="10719430" y="863813"/>
                </a:cubicBezTo>
                <a:cubicBezTo>
                  <a:pt x="10996634" y="827128"/>
                  <a:pt x="11209599" y="523981"/>
                  <a:pt x="11359883" y="73796"/>
                </a:cubicBezTo>
                <a:lnTo>
                  <a:pt x="11380043" y="7578"/>
                </a:lnTo>
                <a:close/>
              </a:path>
            </a:pathLst>
          </a:custGeom>
          <a:solidFill>
            <a:schemeClr val="dk2"/>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14"/>
          <p:cNvSpPr/>
          <p:nvPr/>
        </p:nvSpPr>
        <p:spPr>
          <a:xfrm>
            <a:off x="8726677" y="5088940"/>
            <a:ext cx="1235868" cy="1112211"/>
          </a:xfrm>
          <a:custGeom>
            <a:rect b="b" l="l" r="r" t="t"/>
            <a:pathLst>
              <a:path extrusionOk="0" h="1112211" w="1235868">
                <a:moveTo>
                  <a:pt x="396346" y="0"/>
                </a:moveTo>
                <a:lnTo>
                  <a:pt x="444980" y="56126"/>
                </a:lnTo>
                <a:cubicBezTo>
                  <a:pt x="700838" y="343817"/>
                  <a:pt x="956611" y="599825"/>
                  <a:pt x="1196674" y="790928"/>
                </a:cubicBezTo>
                <a:lnTo>
                  <a:pt x="1235868" y="819878"/>
                </a:lnTo>
                <a:lnTo>
                  <a:pt x="1235578" y="822359"/>
                </a:lnTo>
                <a:cubicBezTo>
                  <a:pt x="1222835" y="869703"/>
                  <a:pt x="1196364" y="906666"/>
                  <a:pt x="1153694" y="928160"/>
                </a:cubicBezTo>
                <a:cubicBezTo>
                  <a:pt x="812330" y="1100111"/>
                  <a:pt x="-44929" y="1290994"/>
                  <a:pt x="1841" y="792814"/>
                </a:cubicBezTo>
                <a:cubicBezTo>
                  <a:pt x="48611" y="293456"/>
                  <a:pt x="333080" y="46880"/>
                  <a:pt x="333080" y="46880"/>
                </a:cubicBezTo>
                <a:close/>
              </a:path>
            </a:pathLst>
          </a:custGeom>
          <a:solidFill>
            <a:schemeClr val="accent4"/>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14"/>
          <p:cNvSpPr txBox="1"/>
          <p:nvPr>
            <p:ph type="title"/>
          </p:nvPr>
        </p:nvSpPr>
        <p:spPr>
          <a:xfrm>
            <a:off x="838200" y="365125"/>
            <a:ext cx="667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Running Animation</a:t>
            </a:r>
            <a:endParaRPr/>
          </a:p>
        </p:txBody>
      </p:sp>
      <p:sp>
        <p:nvSpPr>
          <p:cNvPr id="200" name="Google Shape;200;p14"/>
          <p:cNvSpPr txBox="1"/>
          <p:nvPr>
            <p:ph idx="1" type="body"/>
          </p:nvPr>
        </p:nvSpPr>
        <p:spPr>
          <a:xfrm>
            <a:off x="838200" y="1825625"/>
            <a:ext cx="6678000" cy="35379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To continue, had to have movement</a:t>
            </a:r>
            <a:endParaRPr/>
          </a:p>
          <a:p>
            <a:pPr indent="-228600" lvl="0" marL="228600" rtl="0" algn="l">
              <a:lnSpc>
                <a:spcPct val="90000"/>
              </a:lnSpc>
              <a:spcBef>
                <a:spcPts val="2200"/>
              </a:spcBef>
              <a:spcAft>
                <a:spcPts val="0"/>
              </a:spcAft>
              <a:buClr>
                <a:schemeClr val="dk1"/>
              </a:buClr>
              <a:buSzPts val="2800"/>
              <a:buChar char="•"/>
            </a:pPr>
            <a:r>
              <a:rPr lang="en-US"/>
              <a:t>Crossing over legs</a:t>
            </a:r>
            <a:endParaRPr/>
          </a:p>
        </p:txBody>
      </p:sp>
      <p:pic>
        <p:nvPicPr>
          <p:cNvPr id="201" name="Google Shape;201;p14"/>
          <p:cNvPicPr preferRelativeResize="0"/>
          <p:nvPr/>
        </p:nvPicPr>
        <p:blipFill>
          <a:blip r:embed="rId3">
            <a:alphaModFix/>
          </a:blip>
          <a:stretch>
            <a:fillRect/>
          </a:stretch>
        </p:blipFill>
        <p:spPr>
          <a:xfrm>
            <a:off x="7794263" y="1043688"/>
            <a:ext cx="4770626" cy="47706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F0"/>
        </a:solidFill>
      </p:bgPr>
    </p:bg>
    <p:spTree>
      <p:nvGrpSpPr>
        <p:cNvPr id="206" name="Shape 206"/>
        <p:cNvGrpSpPr/>
        <p:nvPr/>
      </p:nvGrpSpPr>
      <p:grpSpPr>
        <a:xfrm>
          <a:off x="0" y="0"/>
          <a:ext cx="0" cy="0"/>
          <a:chOff x="0" y="0"/>
          <a:chExt cx="0" cy="0"/>
        </a:xfrm>
      </p:grpSpPr>
      <p:sp>
        <p:nvSpPr>
          <p:cNvPr id="207" name="Google Shape;207;p15"/>
          <p:cNvSpPr/>
          <p:nvPr/>
        </p:nvSpPr>
        <p:spPr>
          <a:xfrm>
            <a:off x="0" y="0"/>
            <a:ext cx="12192000" cy="6858000"/>
          </a:xfrm>
          <a:custGeom>
            <a:rect b="b" l="l" r="r" t="t"/>
            <a:pathLst>
              <a:path extrusionOk="0" h="6858000" w="12192000">
                <a:moveTo>
                  <a:pt x="10556455" y="405874"/>
                </a:moveTo>
                <a:cubicBezTo>
                  <a:pt x="9937078" y="373788"/>
                  <a:pt x="9028481" y="886129"/>
                  <a:pt x="8298270" y="1384878"/>
                </a:cubicBezTo>
                <a:cubicBezTo>
                  <a:pt x="7596512" y="1864119"/>
                  <a:pt x="7423304" y="2826094"/>
                  <a:pt x="7911358" y="3521664"/>
                </a:cubicBezTo>
                <a:cubicBezTo>
                  <a:pt x="8744579" y="4708993"/>
                  <a:pt x="10013933" y="6319662"/>
                  <a:pt x="10719430" y="6227366"/>
                </a:cubicBezTo>
                <a:cubicBezTo>
                  <a:pt x="11828246" y="6080624"/>
                  <a:pt x="11909242" y="1670501"/>
                  <a:pt x="11062106" y="640103"/>
                </a:cubicBezTo>
                <a:cubicBezTo>
                  <a:pt x="10937237" y="487757"/>
                  <a:pt x="10762914" y="416569"/>
                  <a:pt x="10556455" y="405874"/>
                </a:cubicBez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8" name="Google Shape;208;p15"/>
          <p:cNvSpPr/>
          <p:nvPr/>
        </p:nvSpPr>
        <p:spPr>
          <a:xfrm rot="10800000">
            <a:off x="8167157" y="179347"/>
            <a:ext cx="4024843" cy="6542128"/>
          </a:xfrm>
          <a:custGeom>
            <a:rect b="b" l="l" r="r" t="t"/>
            <a:pathLst>
              <a:path extrusionOk="0" h="6542128" w="4024843">
                <a:moveTo>
                  <a:pt x="3039874" y="95709"/>
                </a:moveTo>
                <a:lnTo>
                  <a:pt x="0" y="95709"/>
                </a:lnTo>
                <a:lnTo>
                  <a:pt x="0" y="0"/>
                </a:lnTo>
                <a:lnTo>
                  <a:pt x="3005402" y="0"/>
                </a:lnTo>
                <a:cubicBezTo>
                  <a:pt x="3016210" y="28168"/>
                  <a:pt x="3027576" y="59970"/>
                  <a:pt x="3039874" y="95709"/>
                </a:cubicBezTo>
                <a:close/>
                <a:moveTo>
                  <a:pt x="3122980" y="343462"/>
                </a:moveTo>
                <a:lnTo>
                  <a:pt x="0" y="343462"/>
                </a:lnTo>
                <a:lnTo>
                  <a:pt x="0" y="247753"/>
                </a:lnTo>
                <a:lnTo>
                  <a:pt x="3091676" y="247753"/>
                </a:lnTo>
                <a:cubicBezTo>
                  <a:pt x="3101552" y="278344"/>
                  <a:pt x="3112359" y="310448"/>
                  <a:pt x="3122980" y="343462"/>
                </a:cubicBezTo>
                <a:close/>
                <a:moveTo>
                  <a:pt x="1250048" y="591215"/>
                </a:moveTo>
                <a:lnTo>
                  <a:pt x="0" y="591215"/>
                </a:lnTo>
                <a:lnTo>
                  <a:pt x="0" y="495506"/>
                </a:lnTo>
                <a:lnTo>
                  <a:pt x="1467151" y="495506"/>
                </a:lnTo>
                <a:lnTo>
                  <a:pt x="1371627" y="520123"/>
                </a:lnTo>
                <a:cubicBezTo>
                  <a:pt x="1338981" y="532803"/>
                  <a:pt x="1307335" y="549412"/>
                  <a:pt x="1276687" y="569719"/>
                </a:cubicBezTo>
                <a:close/>
                <a:moveTo>
                  <a:pt x="3200123" y="591215"/>
                </a:moveTo>
                <a:lnTo>
                  <a:pt x="1885620" y="591215"/>
                </a:lnTo>
                <a:lnTo>
                  <a:pt x="1761609" y="535172"/>
                </a:lnTo>
                <a:cubicBezTo>
                  <a:pt x="1709682" y="516408"/>
                  <a:pt x="1659469" y="503258"/>
                  <a:pt x="1611214" y="496241"/>
                </a:cubicBezTo>
                <a:lnTo>
                  <a:pt x="1563383" y="495506"/>
                </a:lnTo>
                <a:lnTo>
                  <a:pt x="3171054" y="495506"/>
                </a:lnTo>
                <a:cubicBezTo>
                  <a:pt x="3180185" y="526096"/>
                  <a:pt x="3190061" y="558201"/>
                  <a:pt x="3200123" y="591215"/>
                </a:cubicBezTo>
                <a:close/>
                <a:moveTo>
                  <a:pt x="1032550" y="838968"/>
                </a:moveTo>
                <a:lnTo>
                  <a:pt x="0" y="838968"/>
                </a:lnTo>
                <a:lnTo>
                  <a:pt x="0" y="743259"/>
                </a:lnTo>
                <a:lnTo>
                  <a:pt x="1098415" y="743259"/>
                </a:lnTo>
                <a:close/>
                <a:moveTo>
                  <a:pt x="3272607" y="838968"/>
                </a:moveTo>
                <a:lnTo>
                  <a:pt x="2265075" y="838968"/>
                </a:lnTo>
                <a:lnTo>
                  <a:pt x="2135504" y="743259"/>
                </a:lnTo>
                <a:lnTo>
                  <a:pt x="3245030" y="743259"/>
                </a:lnTo>
                <a:cubicBezTo>
                  <a:pt x="3254160" y="773849"/>
                  <a:pt x="3263290" y="805651"/>
                  <a:pt x="3272607" y="838968"/>
                </a:cubicBezTo>
                <a:close/>
                <a:moveTo>
                  <a:pt x="907305" y="1086720"/>
                </a:moveTo>
                <a:lnTo>
                  <a:pt x="0" y="1086720"/>
                </a:lnTo>
                <a:lnTo>
                  <a:pt x="0" y="991011"/>
                </a:lnTo>
                <a:lnTo>
                  <a:pt x="949893" y="991011"/>
                </a:lnTo>
                <a:close/>
                <a:moveTo>
                  <a:pt x="3339688" y="1086720"/>
                </a:moveTo>
                <a:lnTo>
                  <a:pt x="2547145" y="1086720"/>
                </a:lnTo>
                <a:lnTo>
                  <a:pt x="2451397" y="996585"/>
                </a:lnTo>
                <a:lnTo>
                  <a:pt x="2444825" y="991011"/>
                </a:lnTo>
                <a:lnTo>
                  <a:pt x="3313788" y="991011"/>
                </a:lnTo>
                <a:cubicBezTo>
                  <a:pt x="3322918" y="1022813"/>
                  <a:pt x="3331303" y="1054918"/>
                  <a:pt x="3339688" y="1086720"/>
                </a:cubicBezTo>
                <a:close/>
                <a:moveTo>
                  <a:pt x="816420" y="1335685"/>
                </a:moveTo>
                <a:lnTo>
                  <a:pt x="0" y="1335685"/>
                </a:lnTo>
                <a:lnTo>
                  <a:pt x="0" y="1239976"/>
                </a:lnTo>
                <a:lnTo>
                  <a:pt x="848308" y="1239976"/>
                </a:lnTo>
                <a:lnTo>
                  <a:pt x="832117" y="1284126"/>
                </a:lnTo>
                <a:close/>
                <a:moveTo>
                  <a:pt x="3403787" y="1335685"/>
                </a:moveTo>
                <a:lnTo>
                  <a:pt x="2797969" y="1335685"/>
                </a:lnTo>
                <a:lnTo>
                  <a:pt x="2704316" y="1239976"/>
                </a:lnTo>
                <a:lnTo>
                  <a:pt x="3379378" y="1239976"/>
                </a:lnTo>
                <a:cubicBezTo>
                  <a:pt x="3387762" y="1271778"/>
                  <a:pt x="3395402" y="1303883"/>
                  <a:pt x="3403787" y="1335685"/>
                </a:cubicBezTo>
                <a:close/>
                <a:moveTo>
                  <a:pt x="747343" y="1583437"/>
                </a:moveTo>
                <a:lnTo>
                  <a:pt x="0" y="1583437"/>
                </a:lnTo>
                <a:lnTo>
                  <a:pt x="0" y="1487729"/>
                </a:lnTo>
                <a:lnTo>
                  <a:pt x="771575" y="1487729"/>
                </a:lnTo>
                <a:close/>
                <a:moveTo>
                  <a:pt x="3463228" y="1583437"/>
                </a:moveTo>
                <a:lnTo>
                  <a:pt x="3026433" y="1583437"/>
                </a:lnTo>
                <a:lnTo>
                  <a:pt x="3020343" y="1576409"/>
                </a:lnTo>
                <a:lnTo>
                  <a:pt x="2939151" y="1487729"/>
                </a:lnTo>
                <a:lnTo>
                  <a:pt x="3440309" y="1487729"/>
                </a:lnTo>
                <a:cubicBezTo>
                  <a:pt x="3447949" y="1519531"/>
                  <a:pt x="3455588" y="1551635"/>
                  <a:pt x="3463228" y="1583437"/>
                </a:cubicBezTo>
                <a:close/>
                <a:moveTo>
                  <a:pt x="692583" y="1831190"/>
                </a:moveTo>
                <a:lnTo>
                  <a:pt x="0" y="1831190"/>
                </a:lnTo>
                <a:lnTo>
                  <a:pt x="0" y="1735481"/>
                </a:lnTo>
                <a:lnTo>
                  <a:pt x="712665" y="1735481"/>
                </a:lnTo>
                <a:close/>
                <a:moveTo>
                  <a:pt x="3519688" y="1831190"/>
                </a:moveTo>
                <a:lnTo>
                  <a:pt x="3239251" y="1831190"/>
                </a:lnTo>
                <a:lnTo>
                  <a:pt x="3212009" y="1797599"/>
                </a:lnTo>
                <a:lnTo>
                  <a:pt x="3158182" y="1735481"/>
                </a:lnTo>
                <a:lnTo>
                  <a:pt x="3498446" y="1735481"/>
                </a:lnTo>
                <a:cubicBezTo>
                  <a:pt x="3505154" y="1767283"/>
                  <a:pt x="3512794" y="1799388"/>
                  <a:pt x="3519688" y="1831190"/>
                </a:cubicBezTo>
                <a:close/>
                <a:moveTo>
                  <a:pt x="650515" y="2078943"/>
                </a:moveTo>
                <a:lnTo>
                  <a:pt x="0" y="2078943"/>
                </a:lnTo>
                <a:lnTo>
                  <a:pt x="0" y="1983234"/>
                </a:lnTo>
                <a:lnTo>
                  <a:pt x="665825" y="1983234"/>
                </a:lnTo>
                <a:lnTo>
                  <a:pt x="653507" y="2054753"/>
                </a:lnTo>
                <a:close/>
                <a:moveTo>
                  <a:pt x="3572421" y="2078943"/>
                </a:moveTo>
                <a:lnTo>
                  <a:pt x="3440176" y="2078943"/>
                </a:lnTo>
                <a:lnTo>
                  <a:pt x="3362557" y="1983234"/>
                </a:lnTo>
                <a:lnTo>
                  <a:pt x="3552483" y="1983234"/>
                </a:lnTo>
                <a:cubicBezTo>
                  <a:pt x="3559377" y="2015036"/>
                  <a:pt x="3565526" y="2047141"/>
                  <a:pt x="3572421" y="2078943"/>
                </a:cubicBezTo>
                <a:close/>
                <a:moveTo>
                  <a:pt x="3616408" y="2298606"/>
                </a:moveTo>
                <a:lnTo>
                  <a:pt x="3589576" y="2263162"/>
                </a:lnTo>
                <a:lnTo>
                  <a:pt x="3563483" y="2230987"/>
                </a:lnTo>
                <a:lnTo>
                  <a:pt x="3602980" y="2230987"/>
                </a:lnTo>
                <a:close/>
                <a:moveTo>
                  <a:pt x="619880" y="2326696"/>
                </a:moveTo>
                <a:lnTo>
                  <a:pt x="0" y="2326696"/>
                </a:lnTo>
                <a:lnTo>
                  <a:pt x="0" y="2230987"/>
                </a:lnTo>
                <a:lnTo>
                  <a:pt x="631714" y="2230987"/>
                </a:lnTo>
                <a:close/>
                <a:moveTo>
                  <a:pt x="593685" y="2574449"/>
                </a:moveTo>
                <a:lnTo>
                  <a:pt x="0" y="2574449"/>
                </a:lnTo>
                <a:lnTo>
                  <a:pt x="0" y="2478740"/>
                </a:lnTo>
                <a:lnTo>
                  <a:pt x="601079" y="2478740"/>
                </a:lnTo>
                <a:lnTo>
                  <a:pt x="599095" y="2494786"/>
                </a:lnTo>
                <a:close/>
                <a:moveTo>
                  <a:pt x="576861" y="2822201"/>
                </a:moveTo>
                <a:lnTo>
                  <a:pt x="0" y="2822201"/>
                </a:lnTo>
                <a:lnTo>
                  <a:pt x="0" y="2726493"/>
                </a:lnTo>
                <a:lnTo>
                  <a:pt x="583360" y="2726493"/>
                </a:lnTo>
                <a:close/>
                <a:moveTo>
                  <a:pt x="565701" y="3071166"/>
                </a:moveTo>
                <a:lnTo>
                  <a:pt x="0" y="3071166"/>
                </a:lnTo>
                <a:lnTo>
                  <a:pt x="0" y="2975457"/>
                </a:lnTo>
                <a:lnTo>
                  <a:pt x="567409" y="2975457"/>
                </a:lnTo>
                <a:close/>
                <a:moveTo>
                  <a:pt x="561279" y="3318919"/>
                </a:moveTo>
                <a:lnTo>
                  <a:pt x="0" y="3318919"/>
                </a:lnTo>
                <a:lnTo>
                  <a:pt x="0" y="3223210"/>
                </a:lnTo>
                <a:lnTo>
                  <a:pt x="562987" y="3223210"/>
                </a:lnTo>
                <a:close/>
                <a:moveTo>
                  <a:pt x="563542" y="3566671"/>
                </a:moveTo>
                <a:lnTo>
                  <a:pt x="0" y="3566671"/>
                </a:lnTo>
                <a:lnTo>
                  <a:pt x="0" y="3470962"/>
                </a:lnTo>
                <a:lnTo>
                  <a:pt x="560626" y="3470962"/>
                </a:lnTo>
                <a:close/>
                <a:moveTo>
                  <a:pt x="571090" y="3814424"/>
                </a:moveTo>
                <a:lnTo>
                  <a:pt x="0" y="3814424"/>
                </a:lnTo>
                <a:lnTo>
                  <a:pt x="0" y="3718715"/>
                </a:lnTo>
                <a:lnTo>
                  <a:pt x="568174" y="3718715"/>
                </a:lnTo>
                <a:close/>
                <a:moveTo>
                  <a:pt x="586791" y="4062177"/>
                </a:moveTo>
                <a:lnTo>
                  <a:pt x="0" y="4062177"/>
                </a:lnTo>
                <a:lnTo>
                  <a:pt x="0" y="3966468"/>
                </a:lnTo>
                <a:lnTo>
                  <a:pt x="579081" y="3966468"/>
                </a:lnTo>
                <a:close/>
                <a:moveTo>
                  <a:pt x="606750" y="4309929"/>
                </a:moveTo>
                <a:lnTo>
                  <a:pt x="0" y="4309929"/>
                </a:lnTo>
                <a:lnTo>
                  <a:pt x="0" y="4214221"/>
                </a:lnTo>
                <a:lnTo>
                  <a:pt x="599040" y="4214221"/>
                </a:lnTo>
                <a:close/>
                <a:moveTo>
                  <a:pt x="637841" y="4557683"/>
                </a:moveTo>
                <a:lnTo>
                  <a:pt x="0" y="4557683"/>
                </a:lnTo>
                <a:lnTo>
                  <a:pt x="0" y="4461974"/>
                </a:lnTo>
                <a:lnTo>
                  <a:pt x="624782" y="4461974"/>
                </a:lnTo>
                <a:close/>
                <a:moveTo>
                  <a:pt x="672413" y="4806647"/>
                </a:moveTo>
                <a:lnTo>
                  <a:pt x="0" y="4806647"/>
                </a:lnTo>
                <a:lnTo>
                  <a:pt x="0" y="4710938"/>
                </a:lnTo>
                <a:lnTo>
                  <a:pt x="658751" y="4710938"/>
                </a:lnTo>
                <a:lnTo>
                  <a:pt x="670124" y="4794299"/>
                </a:lnTo>
                <a:close/>
                <a:moveTo>
                  <a:pt x="720385" y="5054399"/>
                </a:moveTo>
                <a:lnTo>
                  <a:pt x="0" y="5054399"/>
                </a:lnTo>
                <a:lnTo>
                  <a:pt x="0" y="4958690"/>
                </a:lnTo>
                <a:lnTo>
                  <a:pt x="700587" y="4958690"/>
                </a:lnTo>
                <a:lnTo>
                  <a:pt x="708242" y="5000002"/>
                </a:lnTo>
                <a:close/>
                <a:moveTo>
                  <a:pt x="780364" y="5302153"/>
                </a:moveTo>
                <a:lnTo>
                  <a:pt x="0" y="5302153"/>
                </a:lnTo>
                <a:lnTo>
                  <a:pt x="0" y="5206443"/>
                </a:lnTo>
                <a:lnTo>
                  <a:pt x="754796" y="5206443"/>
                </a:lnTo>
                <a:close/>
                <a:moveTo>
                  <a:pt x="3985899" y="5302153"/>
                </a:moveTo>
                <a:lnTo>
                  <a:pt x="3939022" y="5302153"/>
                </a:lnTo>
                <a:lnTo>
                  <a:pt x="3983969" y="5267970"/>
                </a:lnTo>
                <a:close/>
                <a:moveTo>
                  <a:pt x="855417" y="5549905"/>
                </a:moveTo>
                <a:lnTo>
                  <a:pt x="0" y="5549905"/>
                </a:lnTo>
                <a:lnTo>
                  <a:pt x="0" y="5454196"/>
                </a:lnTo>
                <a:lnTo>
                  <a:pt x="824854" y="5454196"/>
                </a:lnTo>
                <a:close/>
                <a:moveTo>
                  <a:pt x="3998943" y="5549905"/>
                </a:moveTo>
                <a:lnTo>
                  <a:pt x="3569327" y="5549905"/>
                </a:lnTo>
                <a:lnTo>
                  <a:pt x="3612452" y="5523175"/>
                </a:lnTo>
                <a:lnTo>
                  <a:pt x="3716442" y="5454196"/>
                </a:lnTo>
                <a:lnTo>
                  <a:pt x="3994284" y="5454196"/>
                </a:lnTo>
                <a:cubicBezTo>
                  <a:pt x="3995775" y="5485998"/>
                  <a:pt x="3997452" y="5518103"/>
                  <a:pt x="3998943" y="5549905"/>
                </a:cubicBezTo>
                <a:close/>
                <a:moveTo>
                  <a:pt x="957459" y="5797658"/>
                </a:moveTo>
                <a:lnTo>
                  <a:pt x="0" y="5797658"/>
                </a:lnTo>
                <a:lnTo>
                  <a:pt x="0" y="5701949"/>
                </a:lnTo>
                <a:lnTo>
                  <a:pt x="913583" y="5701949"/>
                </a:lnTo>
                <a:lnTo>
                  <a:pt x="916191" y="5708756"/>
                </a:lnTo>
                <a:close/>
                <a:moveTo>
                  <a:pt x="4008819" y="5797658"/>
                </a:moveTo>
                <a:lnTo>
                  <a:pt x="3155979" y="5797658"/>
                </a:lnTo>
                <a:lnTo>
                  <a:pt x="3319931" y="5704488"/>
                </a:lnTo>
                <a:lnTo>
                  <a:pt x="3324027" y="5701949"/>
                </a:lnTo>
                <a:lnTo>
                  <a:pt x="4005092" y="5701949"/>
                </a:lnTo>
                <a:cubicBezTo>
                  <a:pt x="4006583" y="5733751"/>
                  <a:pt x="4007328" y="5765856"/>
                  <a:pt x="4008819" y="5797658"/>
                </a:cubicBezTo>
                <a:close/>
                <a:moveTo>
                  <a:pt x="1103940" y="6045411"/>
                </a:moveTo>
                <a:lnTo>
                  <a:pt x="0" y="6045411"/>
                </a:lnTo>
                <a:lnTo>
                  <a:pt x="0" y="5949702"/>
                </a:lnTo>
                <a:lnTo>
                  <a:pt x="1038682" y="5949702"/>
                </a:lnTo>
                <a:lnTo>
                  <a:pt x="1053197" y="5975104"/>
                </a:lnTo>
                <a:close/>
                <a:moveTo>
                  <a:pt x="4016458" y="6045411"/>
                </a:moveTo>
                <a:lnTo>
                  <a:pt x="2676033" y="6045411"/>
                </a:lnTo>
                <a:lnTo>
                  <a:pt x="2723075" y="6025162"/>
                </a:lnTo>
                <a:lnTo>
                  <a:pt x="2872118" y="5949702"/>
                </a:lnTo>
                <a:lnTo>
                  <a:pt x="4013477" y="5949702"/>
                </a:lnTo>
                <a:cubicBezTo>
                  <a:pt x="4014968" y="5981504"/>
                  <a:pt x="4015713" y="6013306"/>
                  <a:pt x="4016458" y="6045411"/>
                </a:cubicBezTo>
                <a:close/>
                <a:moveTo>
                  <a:pt x="1478623" y="6293163"/>
                </a:moveTo>
                <a:lnTo>
                  <a:pt x="0" y="6293163"/>
                </a:lnTo>
                <a:lnTo>
                  <a:pt x="0" y="6197455"/>
                </a:lnTo>
                <a:lnTo>
                  <a:pt x="1260756" y="6197455"/>
                </a:lnTo>
                <a:lnTo>
                  <a:pt x="1352123" y="6251606"/>
                </a:lnTo>
                <a:close/>
                <a:moveTo>
                  <a:pt x="4021862" y="6293163"/>
                </a:moveTo>
                <a:lnTo>
                  <a:pt x="1936874" y="6293163"/>
                </a:lnTo>
                <a:lnTo>
                  <a:pt x="2011366" y="6279908"/>
                </a:lnTo>
                <a:cubicBezTo>
                  <a:pt x="2055828" y="6270379"/>
                  <a:pt x="2101078" y="6259133"/>
                  <a:pt x="2147000" y="6246304"/>
                </a:cubicBezTo>
                <a:lnTo>
                  <a:pt x="2292580" y="6197455"/>
                </a:lnTo>
                <a:lnTo>
                  <a:pt x="4020185" y="6197455"/>
                </a:lnTo>
                <a:cubicBezTo>
                  <a:pt x="4021117" y="6229257"/>
                  <a:pt x="4021117" y="6261059"/>
                  <a:pt x="4021862" y="6293163"/>
                </a:cubicBezTo>
                <a:close/>
                <a:moveTo>
                  <a:pt x="4024843" y="6542128"/>
                </a:moveTo>
                <a:lnTo>
                  <a:pt x="0" y="6542128"/>
                </a:lnTo>
                <a:lnTo>
                  <a:pt x="0" y="6446419"/>
                </a:lnTo>
                <a:lnTo>
                  <a:pt x="4023353" y="6446419"/>
                </a:lnTo>
                <a:cubicBezTo>
                  <a:pt x="4024098" y="6477009"/>
                  <a:pt x="4024098" y="6508811"/>
                  <a:pt x="4024843" y="6542128"/>
                </a:cubicBez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15"/>
          <p:cNvSpPr/>
          <p:nvPr/>
        </p:nvSpPr>
        <p:spPr>
          <a:xfrm>
            <a:off x="0" y="179347"/>
            <a:ext cx="2377134" cy="6542154"/>
          </a:xfrm>
          <a:custGeom>
            <a:rect b="b" l="l" r="r" t="t"/>
            <a:pathLst>
              <a:path extrusionOk="0" h="21600" w="21600">
                <a:moveTo>
                  <a:pt x="20920" y="13914"/>
                </a:moveTo>
                <a:cubicBezTo>
                  <a:pt x="20937" y="14019"/>
                  <a:pt x="20957" y="14125"/>
                  <a:pt x="20973" y="14230"/>
                </a:cubicBezTo>
                <a:lnTo>
                  <a:pt x="0" y="14230"/>
                </a:lnTo>
                <a:lnTo>
                  <a:pt x="0" y="13914"/>
                </a:lnTo>
                <a:lnTo>
                  <a:pt x="20920" y="13914"/>
                </a:lnTo>
                <a:close/>
                <a:moveTo>
                  <a:pt x="0" y="15554"/>
                </a:moveTo>
                <a:lnTo>
                  <a:pt x="0" y="15870"/>
                </a:lnTo>
                <a:lnTo>
                  <a:pt x="21211" y="15870"/>
                </a:lnTo>
                <a:cubicBezTo>
                  <a:pt x="21199" y="15765"/>
                  <a:pt x="21182" y="15659"/>
                  <a:pt x="21170" y="15554"/>
                </a:cubicBezTo>
                <a:lnTo>
                  <a:pt x="0" y="15554"/>
                </a:lnTo>
                <a:close/>
                <a:moveTo>
                  <a:pt x="0" y="14732"/>
                </a:moveTo>
                <a:lnTo>
                  <a:pt x="0" y="15048"/>
                </a:lnTo>
                <a:lnTo>
                  <a:pt x="21100" y="15048"/>
                </a:lnTo>
                <a:cubicBezTo>
                  <a:pt x="21084" y="14942"/>
                  <a:pt x="21068" y="14837"/>
                  <a:pt x="21055" y="14732"/>
                </a:cubicBezTo>
                <a:lnTo>
                  <a:pt x="0" y="14732"/>
                </a:lnTo>
                <a:close/>
                <a:moveTo>
                  <a:pt x="0" y="13096"/>
                </a:moveTo>
                <a:lnTo>
                  <a:pt x="0" y="13412"/>
                </a:lnTo>
                <a:lnTo>
                  <a:pt x="20838" y="13412"/>
                </a:lnTo>
                <a:cubicBezTo>
                  <a:pt x="20818" y="13307"/>
                  <a:pt x="20802" y="13201"/>
                  <a:pt x="20781" y="13096"/>
                </a:cubicBezTo>
                <a:lnTo>
                  <a:pt x="0" y="13096"/>
                </a:lnTo>
                <a:close/>
                <a:moveTo>
                  <a:pt x="0" y="12278"/>
                </a:moveTo>
                <a:lnTo>
                  <a:pt x="0" y="12594"/>
                </a:lnTo>
                <a:lnTo>
                  <a:pt x="20683" y="12594"/>
                </a:lnTo>
                <a:cubicBezTo>
                  <a:pt x="20662" y="12489"/>
                  <a:pt x="20642" y="12383"/>
                  <a:pt x="20621" y="12278"/>
                </a:cubicBezTo>
                <a:lnTo>
                  <a:pt x="0" y="12278"/>
                </a:lnTo>
                <a:close/>
                <a:moveTo>
                  <a:pt x="0" y="19644"/>
                </a:moveTo>
                <a:lnTo>
                  <a:pt x="0" y="19960"/>
                </a:lnTo>
                <a:lnTo>
                  <a:pt x="21555" y="19960"/>
                </a:lnTo>
                <a:cubicBezTo>
                  <a:pt x="21551" y="19854"/>
                  <a:pt x="21547" y="19749"/>
                  <a:pt x="21539" y="19644"/>
                </a:cubicBezTo>
                <a:lnTo>
                  <a:pt x="0" y="19644"/>
                </a:lnTo>
                <a:close/>
                <a:moveTo>
                  <a:pt x="0" y="11460"/>
                </a:moveTo>
                <a:lnTo>
                  <a:pt x="0" y="11776"/>
                </a:lnTo>
                <a:lnTo>
                  <a:pt x="20515" y="11776"/>
                </a:lnTo>
                <a:cubicBezTo>
                  <a:pt x="20490" y="11671"/>
                  <a:pt x="20470" y="11565"/>
                  <a:pt x="20445" y="11460"/>
                </a:cubicBezTo>
                <a:lnTo>
                  <a:pt x="0" y="11460"/>
                </a:lnTo>
                <a:close/>
                <a:moveTo>
                  <a:pt x="0" y="10642"/>
                </a:moveTo>
                <a:lnTo>
                  <a:pt x="0" y="10958"/>
                </a:lnTo>
                <a:lnTo>
                  <a:pt x="20331" y="10958"/>
                </a:lnTo>
                <a:cubicBezTo>
                  <a:pt x="20306" y="10853"/>
                  <a:pt x="20281" y="10747"/>
                  <a:pt x="20257" y="10642"/>
                </a:cubicBezTo>
                <a:lnTo>
                  <a:pt x="0" y="10642"/>
                </a:lnTo>
                <a:close/>
                <a:moveTo>
                  <a:pt x="0" y="20778"/>
                </a:moveTo>
                <a:lnTo>
                  <a:pt x="21584" y="20778"/>
                </a:lnTo>
                <a:cubicBezTo>
                  <a:pt x="21580" y="20672"/>
                  <a:pt x="21580" y="20567"/>
                  <a:pt x="21575" y="20462"/>
                </a:cubicBezTo>
                <a:lnTo>
                  <a:pt x="0" y="20462"/>
                </a:lnTo>
                <a:lnTo>
                  <a:pt x="0" y="20778"/>
                </a:lnTo>
                <a:close/>
                <a:moveTo>
                  <a:pt x="0" y="16372"/>
                </a:moveTo>
                <a:lnTo>
                  <a:pt x="0" y="16688"/>
                </a:lnTo>
                <a:lnTo>
                  <a:pt x="21309" y="16688"/>
                </a:lnTo>
                <a:cubicBezTo>
                  <a:pt x="21297" y="16583"/>
                  <a:pt x="21285" y="16477"/>
                  <a:pt x="21272" y="16372"/>
                </a:cubicBezTo>
                <a:lnTo>
                  <a:pt x="0" y="16372"/>
                </a:lnTo>
                <a:close/>
                <a:moveTo>
                  <a:pt x="0" y="18826"/>
                </a:moveTo>
                <a:lnTo>
                  <a:pt x="0" y="19142"/>
                </a:lnTo>
                <a:lnTo>
                  <a:pt x="21514" y="19142"/>
                </a:lnTo>
                <a:cubicBezTo>
                  <a:pt x="21506" y="19037"/>
                  <a:pt x="21502" y="18931"/>
                  <a:pt x="21494" y="18826"/>
                </a:cubicBezTo>
                <a:lnTo>
                  <a:pt x="0" y="18826"/>
                </a:lnTo>
                <a:close/>
                <a:moveTo>
                  <a:pt x="0" y="17190"/>
                </a:moveTo>
                <a:lnTo>
                  <a:pt x="0" y="17506"/>
                </a:lnTo>
                <a:lnTo>
                  <a:pt x="21391" y="17506"/>
                </a:lnTo>
                <a:cubicBezTo>
                  <a:pt x="21383" y="17401"/>
                  <a:pt x="21371" y="17295"/>
                  <a:pt x="21362" y="17190"/>
                </a:cubicBezTo>
                <a:lnTo>
                  <a:pt x="0" y="17190"/>
                </a:lnTo>
                <a:close/>
                <a:moveTo>
                  <a:pt x="0" y="18008"/>
                </a:moveTo>
                <a:lnTo>
                  <a:pt x="0" y="18324"/>
                </a:lnTo>
                <a:lnTo>
                  <a:pt x="21461" y="18324"/>
                </a:lnTo>
                <a:cubicBezTo>
                  <a:pt x="21453" y="18219"/>
                  <a:pt x="21444" y="18113"/>
                  <a:pt x="21436" y="18008"/>
                </a:cubicBezTo>
                <a:lnTo>
                  <a:pt x="0" y="18008"/>
                </a:lnTo>
                <a:close/>
                <a:moveTo>
                  <a:pt x="0" y="818"/>
                </a:moveTo>
                <a:lnTo>
                  <a:pt x="0" y="1134"/>
                </a:lnTo>
                <a:lnTo>
                  <a:pt x="16760" y="1134"/>
                </a:lnTo>
                <a:cubicBezTo>
                  <a:pt x="16703" y="1025"/>
                  <a:pt x="16645" y="919"/>
                  <a:pt x="16592" y="818"/>
                </a:cubicBezTo>
                <a:lnTo>
                  <a:pt x="0" y="818"/>
                </a:lnTo>
                <a:close/>
                <a:moveTo>
                  <a:pt x="0" y="4094"/>
                </a:moveTo>
                <a:lnTo>
                  <a:pt x="0" y="4410"/>
                </a:lnTo>
                <a:lnTo>
                  <a:pt x="18267" y="4410"/>
                </a:lnTo>
                <a:cubicBezTo>
                  <a:pt x="18222" y="4305"/>
                  <a:pt x="18181" y="4199"/>
                  <a:pt x="18136" y="4094"/>
                </a:cubicBezTo>
                <a:lnTo>
                  <a:pt x="0" y="4094"/>
                </a:lnTo>
                <a:close/>
                <a:moveTo>
                  <a:pt x="0" y="1636"/>
                </a:moveTo>
                <a:lnTo>
                  <a:pt x="0" y="1952"/>
                </a:lnTo>
                <a:lnTo>
                  <a:pt x="17174" y="1952"/>
                </a:lnTo>
                <a:cubicBezTo>
                  <a:pt x="17120" y="1843"/>
                  <a:pt x="17067" y="1737"/>
                  <a:pt x="17018" y="1636"/>
                </a:cubicBezTo>
                <a:lnTo>
                  <a:pt x="0" y="1636"/>
                </a:lnTo>
                <a:close/>
                <a:moveTo>
                  <a:pt x="0" y="3272"/>
                </a:moveTo>
                <a:lnTo>
                  <a:pt x="0" y="3588"/>
                </a:lnTo>
                <a:lnTo>
                  <a:pt x="17923" y="3588"/>
                </a:lnTo>
                <a:cubicBezTo>
                  <a:pt x="17878" y="3483"/>
                  <a:pt x="17833" y="3377"/>
                  <a:pt x="17784" y="3272"/>
                </a:cubicBezTo>
                <a:lnTo>
                  <a:pt x="0" y="3272"/>
                </a:lnTo>
                <a:close/>
                <a:moveTo>
                  <a:pt x="0" y="2454"/>
                </a:moveTo>
                <a:lnTo>
                  <a:pt x="0" y="2770"/>
                </a:lnTo>
                <a:lnTo>
                  <a:pt x="17563" y="2770"/>
                </a:lnTo>
                <a:cubicBezTo>
                  <a:pt x="17513" y="2660"/>
                  <a:pt x="17464" y="2555"/>
                  <a:pt x="17415" y="2454"/>
                </a:cubicBezTo>
                <a:lnTo>
                  <a:pt x="0" y="2454"/>
                </a:lnTo>
                <a:close/>
                <a:moveTo>
                  <a:pt x="0" y="0"/>
                </a:moveTo>
                <a:lnTo>
                  <a:pt x="0" y="316"/>
                </a:lnTo>
                <a:lnTo>
                  <a:pt x="16314" y="316"/>
                </a:lnTo>
                <a:cubicBezTo>
                  <a:pt x="16248" y="198"/>
                  <a:pt x="16187" y="93"/>
                  <a:pt x="16129" y="0"/>
                </a:cubicBezTo>
                <a:lnTo>
                  <a:pt x="0" y="0"/>
                </a:lnTo>
                <a:close/>
                <a:moveTo>
                  <a:pt x="21592" y="21284"/>
                </a:moveTo>
                <a:lnTo>
                  <a:pt x="0" y="21284"/>
                </a:lnTo>
                <a:lnTo>
                  <a:pt x="0" y="21600"/>
                </a:lnTo>
                <a:lnTo>
                  <a:pt x="21600" y="21600"/>
                </a:lnTo>
                <a:cubicBezTo>
                  <a:pt x="21596" y="21490"/>
                  <a:pt x="21596" y="21385"/>
                  <a:pt x="21592" y="21284"/>
                </a:cubicBezTo>
                <a:close/>
                <a:moveTo>
                  <a:pt x="0" y="6548"/>
                </a:moveTo>
                <a:lnTo>
                  <a:pt x="0" y="6864"/>
                </a:lnTo>
                <a:lnTo>
                  <a:pt x="19172" y="6864"/>
                </a:lnTo>
                <a:cubicBezTo>
                  <a:pt x="19135" y="6759"/>
                  <a:pt x="19102" y="6653"/>
                  <a:pt x="19065" y="6548"/>
                </a:cubicBezTo>
                <a:lnTo>
                  <a:pt x="0" y="6548"/>
                </a:lnTo>
                <a:close/>
                <a:moveTo>
                  <a:pt x="0" y="8184"/>
                </a:moveTo>
                <a:lnTo>
                  <a:pt x="0" y="8500"/>
                </a:lnTo>
                <a:lnTo>
                  <a:pt x="19684" y="8500"/>
                </a:lnTo>
                <a:cubicBezTo>
                  <a:pt x="19651" y="8395"/>
                  <a:pt x="19622" y="8289"/>
                  <a:pt x="19589" y="8184"/>
                </a:cubicBezTo>
                <a:lnTo>
                  <a:pt x="0" y="8184"/>
                </a:lnTo>
                <a:close/>
                <a:moveTo>
                  <a:pt x="0" y="7366"/>
                </a:moveTo>
                <a:lnTo>
                  <a:pt x="0" y="7682"/>
                </a:lnTo>
                <a:lnTo>
                  <a:pt x="19438" y="7682"/>
                </a:lnTo>
                <a:cubicBezTo>
                  <a:pt x="19405" y="7577"/>
                  <a:pt x="19372" y="7471"/>
                  <a:pt x="19336" y="7366"/>
                </a:cubicBezTo>
                <a:lnTo>
                  <a:pt x="0" y="7366"/>
                </a:lnTo>
                <a:close/>
                <a:moveTo>
                  <a:pt x="0" y="9002"/>
                </a:moveTo>
                <a:lnTo>
                  <a:pt x="0" y="9318"/>
                </a:lnTo>
                <a:lnTo>
                  <a:pt x="19917" y="9318"/>
                </a:lnTo>
                <a:cubicBezTo>
                  <a:pt x="19888" y="9213"/>
                  <a:pt x="19860" y="9107"/>
                  <a:pt x="19831" y="9002"/>
                </a:cubicBezTo>
                <a:lnTo>
                  <a:pt x="0" y="9002"/>
                </a:lnTo>
                <a:close/>
                <a:moveTo>
                  <a:pt x="0" y="5730"/>
                </a:moveTo>
                <a:lnTo>
                  <a:pt x="0" y="6046"/>
                </a:lnTo>
                <a:lnTo>
                  <a:pt x="18889" y="6046"/>
                </a:lnTo>
                <a:cubicBezTo>
                  <a:pt x="18852" y="5941"/>
                  <a:pt x="18811" y="5835"/>
                  <a:pt x="18775" y="5730"/>
                </a:cubicBezTo>
                <a:lnTo>
                  <a:pt x="0" y="5730"/>
                </a:lnTo>
                <a:close/>
                <a:moveTo>
                  <a:pt x="0" y="9824"/>
                </a:moveTo>
                <a:lnTo>
                  <a:pt x="0" y="10140"/>
                </a:lnTo>
                <a:lnTo>
                  <a:pt x="20130" y="10140"/>
                </a:lnTo>
                <a:cubicBezTo>
                  <a:pt x="20101" y="10035"/>
                  <a:pt x="20077" y="9929"/>
                  <a:pt x="20048" y="9824"/>
                </a:cubicBezTo>
                <a:lnTo>
                  <a:pt x="0" y="9824"/>
                </a:lnTo>
                <a:close/>
                <a:moveTo>
                  <a:pt x="0" y="4912"/>
                </a:moveTo>
                <a:lnTo>
                  <a:pt x="0" y="5228"/>
                </a:lnTo>
                <a:lnTo>
                  <a:pt x="18586" y="5228"/>
                </a:lnTo>
                <a:cubicBezTo>
                  <a:pt x="18545" y="5123"/>
                  <a:pt x="18504" y="5017"/>
                  <a:pt x="18463" y="4912"/>
                </a:cubicBezTo>
                <a:lnTo>
                  <a:pt x="0" y="4912"/>
                </a:ln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15"/>
          <p:cNvSpPr/>
          <p:nvPr/>
        </p:nvSpPr>
        <p:spPr>
          <a:xfrm>
            <a:off x="0" y="5363553"/>
            <a:ext cx="12192000" cy="1494447"/>
          </a:xfrm>
          <a:custGeom>
            <a:rect b="b" l="l" r="r" t="t"/>
            <a:pathLst>
              <a:path extrusionOk="0" h="1494447" w="12192000">
                <a:moveTo>
                  <a:pt x="12192000" y="0"/>
                </a:moveTo>
                <a:lnTo>
                  <a:pt x="12192000" y="1494447"/>
                </a:lnTo>
                <a:lnTo>
                  <a:pt x="0" y="1494447"/>
                </a:lnTo>
                <a:lnTo>
                  <a:pt x="0" y="882485"/>
                </a:lnTo>
                <a:cubicBezTo>
                  <a:pt x="0" y="882485"/>
                  <a:pt x="4342904" y="299907"/>
                  <a:pt x="8982391" y="81440"/>
                </a:cubicBezTo>
                <a:lnTo>
                  <a:pt x="9434054" y="63139"/>
                </a:lnTo>
                <a:lnTo>
                  <a:pt x="9553427" y="185135"/>
                </a:lnTo>
                <a:cubicBezTo>
                  <a:pt x="9994194" y="618614"/>
                  <a:pt x="10410775" y="904193"/>
                  <a:pt x="10719430" y="863813"/>
                </a:cubicBezTo>
                <a:cubicBezTo>
                  <a:pt x="10996634" y="827128"/>
                  <a:pt x="11209599" y="523981"/>
                  <a:pt x="11359883" y="73796"/>
                </a:cubicBezTo>
                <a:lnTo>
                  <a:pt x="11380043" y="7578"/>
                </a:lnTo>
                <a:close/>
              </a:path>
            </a:pathLst>
          </a:custGeom>
          <a:solidFill>
            <a:schemeClr val="dk2"/>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15"/>
          <p:cNvSpPr/>
          <p:nvPr/>
        </p:nvSpPr>
        <p:spPr>
          <a:xfrm>
            <a:off x="8726677" y="5088940"/>
            <a:ext cx="1235868" cy="1112211"/>
          </a:xfrm>
          <a:custGeom>
            <a:rect b="b" l="l" r="r" t="t"/>
            <a:pathLst>
              <a:path extrusionOk="0" h="1112211" w="1235868">
                <a:moveTo>
                  <a:pt x="396346" y="0"/>
                </a:moveTo>
                <a:lnTo>
                  <a:pt x="444980" y="56126"/>
                </a:lnTo>
                <a:cubicBezTo>
                  <a:pt x="700838" y="343817"/>
                  <a:pt x="956611" y="599825"/>
                  <a:pt x="1196674" y="790928"/>
                </a:cubicBezTo>
                <a:lnTo>
                  <a:pt x="1235868" y="819878"/>
                </a:lnTo>
                <a:lnTo>
                  <a:pt x="1235578" y="822359"/>
                </a:lnTo>
                <a:cubicBezTo>
                  <a:pt x="1222835" y="869703"/>
                  <a:pt x="1196364" y="906666"/>
                  <a:pt x="1153694" y="928160"/>
                </a:cubicBezTo>
                <a:cubicBezTo>
                  <a:pt x="812330" y="1100111"/>
                  <a:pt x="-44929" y="1290994"/>
                  <a:pt x="1841" y="792814"/>
                </a:cubicBezTo>
                <a:cubicBezTo>
                  <a:pt x="48611" y="293456"/>
                  <a:pt x="333080" y="46880"/>
                  <a:pt x="333080" y="46880"/>
                </a:cubicBezTo>
                <a:close/>
              </a:path>
            </a:pathLst>
          </a:custGeom>
          <a:solidFill>
            <a:schemeClr val="accent4"/>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15"/>
          <p:cNvSpPr txBox="1"/>
          <p:nvPr>
            <p:ph type="title"/>
          </p:nvPr>
        </p:nvSpPr>
        <p:spPr>
          <a:xfrm>
            <a:off x="838200" y="365125"/>
            <a:ext cx="667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Idle Animation</a:t>
            </a:r>
            <a:endParaRPr/>
          </a:p>
        </p:txBody>
      </p:sp>
      <p:sp>
        <p:nvSpPr>
          <p:cNvPr id="213" name="Google Shape;213;p15"/>
          <p:cNvSpPr txBox="1"/>
          <p:nvPr>
            <p:ph idx="1" type="body"/>
          </p:nvPr>
        </p:nvSpPr>
        <p:spPr>
          <a:xfrm>
            <a:off x="838200" y="1825625"/>
            <a:ext cx="6678000" cy="35379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Idle Animation for not doing anything</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Clr>
                <a:schemeClr val="dk1"/>
              </a:buClr>
              <a:buSzPts val="2800"/>
              <a:buChar char="•"/>
            </a:pPr>
            <a:r>
              <a:rPr lang="en-US"/>
              <a:t>Increase Stuff Going on</a:t>
            </a:r>
            <a:endParaRPr/>
          </a:p>
        </p:txBody>
      </p:sp>
      <p:pic>
        <p:nvPicPr>
          <p:cNvPr id="214" name="Google Shape;214;p15"/>
          <p:cNvPicPr preferRelativeResize="0"/>
          <p:nvPr/>
        </p:nvPicPr>
        <p:blipFill>
          <a:blip r:embed="rId3">
            <a:alphaModFix/>
          </a:blip>
          <a:stretch>
            <a:fillRect/>
          </a:stretch>
        </p:blipFill>
        <p:spPr>
          <a:xfrm>
            <a:off x="7908051" y="1157476"/>
            <a:ext cx="4543050" cy="4543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F0"/>
        </a:solidFill>
      </p:bgPr>
    </p:bg>
    <p:spTree>
      <p:nvGrpSpPr>
        <p:cNvPr id="219" name="Shape 219"/>
        <p:cNvGrpSpPr/>
        <p:nvPr/>
      </p:nvGrpSpPr>
      <p:grpSpPr>
        <a:xfrm>
          <a:off x="0" y="0"/>
          <a:ext cx="0" cy="0"/>
          <a:chOff x="0" y="0"/>
          <a:chExt cx="0" cy="0"/>
        </a:xfrm>
      </p:grpSpPr>
      <p:sp>
        <p:nvSpPr>
          <p:cNvPr id="220" name="Google Shape;220;p16"/>
          <p:cNvSpPr/>
          <p:nvPr/>
        </p:nvSpPr>
        <p:spPr>
          <a:xfrm>
            <a:off x="0" y="0"/>
            <a:ext cx="12192000" cy="6858000"/>
          </a:xfrm>
          <a:custGeom>
            <a:rect b="b" l="l" r="r" t="t"/>
            <a:pathLst>
              <a:path extrusionOk="0" h="6858000" w="12192000">
                <a:moveTo>
                  <a:pt x="10556455" y="405874"/>
                </a:moveTo>
                <a:cubicBezTo>
                  <a:pt x="9937078" y="373788"/>
                  <a:pt x="9028481" y="886129"/>
                  <a:pt x="8298270" y="1384878"/>
                </a:cubicBezTo>
                <a:cubicBezTo>
                  <a:pt x="7596512" y="1864119"/>
                  <a:pt x="7423304" y="2826094"/>
                  <a:pt x="7911358" y="3521664"/>
                </a:cubicBezTo>
                <a:cubicBezTo>
                  <a:pt x="8744579" y="4708993"/>
                  <a:pt x="10013933" y="6319662"/>
                  <a:pt x="10719430" y="6227366"/>
                </a:cubicBezTo>
                <a:cubicBezTo>
                  <a:pt x="11828246" y="6080624"/>
                  <a:pt x="11909242" y="1670501"/>
                  <a:pt x="11062106" y="640103"/>
                </a:cubicBezTo>
                <a:cubicBezTo>
                  <a:pt x="10937237" y="487757"/>
                  <a:pt x="10762914" y="416569"/>
                  <a:pt x="10556455" y="405874"/>
                </a:cubicBez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1" name="Google Shape;221;p16"/>
          <p:cNvSpPr/>
          <p:nvPr/>
        </p:nvSpPr>
        <p:spPr>
          <a:xfrm rot="10800000">
            <a:off x="8167157" y="179347"/>
            <a:ext cx="4024843" cy="6542128"/>
          </a:xfrm>
          <a:custGeom>
            <a:rect b="b" l="l" r="r" t="t"/>
            <a:pathLst>
              <a:path extrusionOk="0" h="6542128" w="4024843">
                <a:moveTo>
                  <a:pt x="3039874" y="95709"/>
                </a:moveTo>
                <a:lnTo>
                  <a:pt x="0" y="95709"/>
                </a:lnTo>
                <a:lnTo>
                  <a:pt x="0" y="0"/>
                </a:lnTo>
                <a:lnTo>
                  <a:pt x="3005402" y="0"/>
                </a:lnTo>
                <a:cubicBezTo>
                  <a:pt x="3016210" y="28168"/>
                  <a:pt x="3027576" y="59970"/>
                  <a:pt x="3039874" y="95709"/>
                </a:cubicBezTo>
                <a:close/>
                <a:moveTo>
                  <a:pt x="3122980" y="343462"/>
                </a:moveTo>
                <a:lnTo>
                  <a:pt x="0" y="343462"/>
                </a:lnTo>
                <a:lnTo>
                  <a:pt x="0" y="247753"/>
                </a:lnTo>
                <a:lnTo>
                  <a:pt x="3091676" y="247753"/>
                </a:lnTo>
                <a:cubicBezTo>
                  <a:pt x="3101552" y="278344"/>
                  <a:pt x="3112359" y="310448"/>
                  <a:pt x="3122980" y="343462"/>
                </a:cubicBezTo>
                <a:close/>
                <a:moveTo>
                  <a:pt x="1250048" y="591215"/>
                </a:moveTo>
                <a:lnTo>
                  <a:pt x="0" y="591215"/>
                </a:lnTo>
                <a:lnTo>
                  <a:pt x="0" y="495506"/>
                </a:lnTo>
                <a:lnTo>
                  <a:pt x="1467151" y="495506"/>
                </a:lnTo>
                <a:lnTo>
                  <a:pt x="1371627" y="520123"/>
                </a:lnTo>
                <a:cubicBezTo>
                  <a:pt x="1338981" y="532803"/>
                  <a:pt x="1307335" y="549412"/>
                  <a:pt x="1276687" y="569719"/>
                </a:cubicBezTo>
                <a:close/>
                <a:moveTo>
                  <a:pt x="3200123" y="591215"/>
                </a:moveTo>
                <a:lnTo>
                  <a:pt x="1885620" y="591215"/>
                </a:lnTo>
                <a:lnTo>
                  <a:pt x="1761609" y="535172"/>
                </a:lnTo>
                <a:cubicBezTo>
                  <a:pt x="1709682" y="516408"/>
                  <a:pt x="1659469" y="503258"/>
                  <a:pt x="1611214" y="496241"/>
                </a:cubicBezTo>
                <a:lnTo>
                  <a:pt x="1563383" y="495506"/>
                </a:lnTo>
                <a:lnTo>
                  <a:pt x="3171054" y="495506"/>
                </a:lnTo>
                <a:cubicBezTo>
                  <a:pt x="3180185" y="526096"/>
                  <a:pt x="3190061" y="558201"/>
                  <a:pt x="3200123" y="591215"/>
                </a:cubicBezTo>
                <a:close/>
                <a:moveTo>
                  <a:pt x="1032550" y="838968"/>
                </a:moveTo>
                <a:lnTo>
                  <a:pt x="0" y="838968"/>
                </a:lnTo>
                <a:lnTo>
                  <a:pt x="0" y="743259"/>
                </a:lnTo>
                <a:lnTo>
                  <a:pt x="1098415" y="743259"/>
                </a:lnTo>
                <a:close/>
                <a:moveTo>
                  <a:pt x="3272607" y="838968"/>
                </a:moveTo>
                <a:lnTo>
                  <a:pt x="2265075" y="838968"/>
                </a:lnTo>
                <a:lnTo>
                  <a:pt x="2135504" y="743259"/>
                </a:lnTo>
                <a:lnTo>
                  <a:pt x="3245030" y="743259"/>
                </a:lnTo>
                <a:cubicBezTo>
                  <a:pt x="3254160" y="773849"/>
                  <a:pt x="3263290" y="805651"/>
                  <a:pt x="3272607" y="838968"/>
                </a:cubicBezTo>
                <a:close/>
                <a:moveTo>
                  <a:pt x="907305" y="1086720"/>
                </a:moveTo>
                <a:lnTo>
                  <a:pt x="0" y="1086720"/>
                </a:lnTo>
                <a:lnTo>
                  <a:pt x="0" y="991011"/>
                </a:lnTo>
                <a:lnTo>
                  <a:pt x="949893" y="991011"/>
                </a:lnTo>
                <a:close/>
                <a:moveTo>
                  <a:pt x="3339688" y="1086720"/>
                </a:moveTo>
                <a:lnTo>
                  <a:pt x="2547145" y="1086720"/>
                </a:lnTo>
                <a:lnTo>
                  <a:pt x="2451397" y="996585"/>
                </a:lnTo>
                <a:lnTo>
                  <a:pt x="2444825" y="991011"/>
                </a:lnTo>
                <a:lnTo>
                  <a:pt x="3313788" y="991011"/>
                </a:lnTo>
                <a:cubicBezTo>
                  <a:pt x="3322918" y="1022813"/>
                  <a:pt x="3331303" y="1054918"/>
                  <a:pt x="3339688" y="1086720"/>
                </a:cubicBezTo>
                <a:close/>
                <a:moveTo>
                  <a:pt x="816420" y="1335685"/>
                </a:moveTo>
                <a:lnTo>
                  <a:pt x="0" y="1335685"/>
                </a:lnTo>
                <a:lnTo>
                  <a:pt x="0" y="1239976"/>
                </a:lnTo>
                <a:lnTo>
                  <a:pt x="848308" y="1239976"/>
                </a:lnTo>
                <a:lnTo>
                  <a:pt x="832117" y="1284126"/>
                </a:lnTo>
                <a:close/>
                <a:moveTo>
                  <a:pt x="3403787" y="1335685"/>
                </a:moveTo>
                <a:lnTo>
                  <a:pt x="2797969" y="1335685"/>
                </a:lnTo>
                <a:lnTo>
                  <a:pt x="2704316" y="1239976"/>
                </a:lnTo>
                <a:lnTo>
                  <a:pt x="3379378" y="1239976"/>
                </a:lnTo>
                <a:cubicBezTo>
                  <a:pt x="3387762" y="1271778"/>
                  <a:pt x="3395402" y="1303883"/>
                  <a:pt x="3403787" y="1335685"/>
                </a:cubicBezTo>
                <a:close/>
                <a:moveTo>
                  <a:pt x="747343" y="1583437"/>
                </a:moveTo>
                <a:lnTo>
                  <a:pt x="0" y="1583437"/>
                </a:lnTo>
                <a:lnTo>
                  <a:pt x="0" y="1487729"/>
                </a:lnTo>
                <a:lnTo>
                  <a:pt x="771575" y="1487729"/>
                </a:lnTo>
                <a:close/>
                <a:moveTo>
                  <a:pt x="3463228" y="1583437"/>
                </a:moveTo>
                <a:lnTo>
                  <a:pt x="3026433" y="1583437"/>
                </a:lnTo>
                <a:lnTo>
                  <a:pt x="3020343" y="1576409"/>
                </a:lnTo>
                <a:lnTo>
                  <a:pt x="2939151" y="1487729"/>
                </a:lnTo>
                <a:lnTo>
                  <a:pt x="3440309" y="1487729"/>
                </a:lnTo>
                <a:cubicBezTo>
                  <a:pt x="3447949" y="1519531"/>
                  <a:pt x="3455588" y="1551635"/>
                  <a:pt x="3463228" y="1583437"/>
                </a:cubicBezTo>
                <a:close/>
                <a:moveTo>
                  <a:pt x="692583" y="1831190"/>
                </a:moveTo>
                <a:lnTo>
                  <a:pt x="0" y="1831190"/>
                </a:lnTo>
                <a:lnTo>
                  <a:pt x="0" y="1735481"/>
                </a:lnTo>
                <a:lnTo>
                  <a:pt x="712665" y="1735481"/>
                </a:lnTo>
                <a:close/>
                <a:moveTo>
                  <a:pt x="3519688" y="1831190"/>
                </a:moveTo>
                <a:lnTo>
                  <a:pt x="3239251" y="1831190"/>
                </a:lnTo>
                <a:lnTo>
                  <a:pt x="3212009" y="1797599"/>
                </a:lnTo>
                <a:lnTo>
                  <a:pt x="3158182" y="1735481"/>
                </a:lnTo>
                <a:lnTo>
                  <a:pt x="3498446" y="1735481"/>
                </a:lnTo>
                <a:cubicBezTo>
                  <a:pt x="3505154" y="1767283"/>
                  <a:pt x="3512794" y="1799388"/>
                  <a:pt x="3519688" y="1831190"/>
                </a:cubicBezTo>
                <a:close/>
                <a:moveTo>
                  <a:pt x="650515" y="2078943"/>
                </a:moveTo>
                <a:lnTo>
                  <a:pt x="0" y="2078943"/>
                </a:lnTo>
                <a:lnTo>
                  <a:pt x="0" y="1983234"/>
                </a:lnTo>
                <a:lnTo>
                  <a:pt x="665825" y="1983234"/>
                </a:lnTo>
                <a:lnTo>
                  <a:pt x="653507" y="2054753"/>
                </a:lnTo>
                <a:close/>
                <a:moveTo>
                  <a:pt x="3572421" y="2078943"/>
                </a:moveTo>
                <a:lnTo>
                  <a:pt x="3440176" y="2078943"/>
                </a:lnTo>
                <a:lnTo>
                  <a:pt x="3362557" y="1983234"/>
                </a:lnTo>
                <a:lnTo>
                  <a:pt x="3552483" y="1983234"/>
                </a:lnTo>
                <a:cubicBezTo>
                  <a:pt x="3559377" y="2015036"/>
                  <a:pt x="3565526" y="2047141"/>
                  <a:pt x="3572421" y="2078943"/>
                </a:cubicBezTo>
                <a:close/>
                <a:moveTo>
                  <a:pt x="3616408" y="2298606"/>
                </a:moveTo>
                <a:lnTo>
                  <a:pt x="3589576" y="2263162"/>
                </a:lnTo>
                <a:lnTo>
                  <a:pt x="3563483" y="2230987"/>
                </a:lnTo>
                <a:lnTo>
                  <a:pt x="3602980" y="2230987"/>
                </a:lnTo>
                <a:close/>
                <a:moveTo>
                  <a:pt x="619880" y="2326696"/>
                </a:moveTo>
                <a:lnTo>
                  <a:pt x="0" y="2326696"/>
                </a:lnTo>
                <a:lnTo>
                  <a:pt x="0" y="2230987"/>
                </a:lnTo>
                <a:lnTo>
                  <a:pt x="631714" y="2230987"/>
                </a:lnTo>
                <a:close/>
                <a:moveTo>
                  <a:pt x="593685" y="2574449"/>
                </a:moveTo>
                <a:lnTo>
                  <a:pt x="0" y="2574449"/>
                </a:lnTo>
                <a:lnTo>
                  <a:pt x="0" y="2478740"/>
                </a:lnTo>
                <a:lnTo>
                  <a:pt x="601079" y="2478740"/>
                </a:lnTo>
                <a:lnTo>
                  <a:pt x="599095" y="2494786"/>
                </a:lnTo>
                <a:close/>
                <a:moveTo>
                  <a:pt x="576861" y="2822201"/>
                </a:moveTo>
                <a:lnTo>
                  <a:pt x="0" y="2822201"/>
                </a:lnTo>
                <a:lnTo>
                  <a:pt x="0" y="2726493"/>
                </a:lnTo>
                <a:lnTo>
                  <a:pt x="583360" y="2726493"/>
                </a:lnTo>
                <a:close/>
                <a:moveTo>
                  <a:pt x="565701" y="3071166"/>
                </a:moveTo>
                <a:lnTo>
                  <a:pt x="0" y="3071166"/>
                </a:lnTo>
                <a:lnTo>
                  <a:pt x="0" y="2975457"/>
                </a:lnTo>
                <a:lnTo>
                  <a:pt x="567409" y="2975457"/>
                </a:lnTo>
                <a:close/>
                <a:moveTo>
                  <a:pt x="561279" y="3318919"/>
                </a:moveTo>
                <a:lnTo>
                  <a:pt x="0" y="3318919"/>
                </a:lnTo>
                <a:lnTo>
                  <a:pt x="0" y="3223210"/>
                </a:lnTo>
                <a:lnTo>
                  <a:pt x="562987" y="3223210"/>
                </a:lnTo>
                <a:close/>
                <a:moveTo>
                  <a:pt x="563542" y="3566671"/>
                </a:moveTo>
                <a:lnTo>
                  <a:pt x="0" y="3566671"/>
                </a:lnTo>
                <a:lnTo>
                  <a:pt x="0" y="3470962"/>
                </a:lnTo>
                <a:lnTo>
                  <a:pt x="560626" y="3470962"/>
                </a:lnTo>
                <a:close/>
                <a:moveTo>
                  <a:pt x="571090" y="3814424"/>
                </a:moveTo>
                <a:lnTo>
                  <a:pt x="0" y="3814424"/>
                </a:lnTo>
                <a:lnTo>
                  <a:pt x="0" y="3718715"/>
                </a:lnTo>
                <a:lnTo>
                  <a:pt x="568174" y="3718715"/>
                </a:lnTo>
                <a:close/>
                <a:moveTo>
                  <a:pt x="586791" y="4062177"/>
                </a:moveTo>
                <a:lnTo>
                  <a:pt x="0" y="4062177"/>
                </a:lnTo>
                <a:lnTo>
                  <a:pt x="0" y="3966468"/>
                </a:lnTo>
                <a:lnTo>
                  <a:pt x="579081" y="3966468"/>
                </a:lnTo>
                <a:close/>
                <a:moveTo>
                  <a:pt x="606750" y="4309929"/>
                </a:moveTo>
                <a:lnTo>
                  <a:pt x="0" y="4309929"/>
                </a:lnTo>
                <a:lnTo>
                  <a:pt x="0" y="4214221"/>
                </a:lnTo>
                <a:lnTo>
                  <a:pt x="599040" y="4214221"/>
                </a:lnTo>
                <a:close/>
                <a:moveTo>
                  <a:pt x="637841" y="4557683"/>
                </a:moveTo>
                <a:lnTo>
                  <a:pt x="0" y="4557683"/>
                </a:lnTo>
                <a:lnTo>
                  <a:pt x="0" y="4461974"/>
                </a:lnTo>
                <a:lnTo>
                  <a:pt x="624782" y="4461974"/>
                </a:lnTo>
                <a:close/>
                <a:moveTo>
                  <a:pt x="672413" y="4806647"/>
                </a:moveTo>
                <a:lnTo>
                  <a:pt x="0" y="4806647"/>
                </a:lnTo>
                <a:lnTo>
                  <a:pt x="0" y="4710938"/>
                </a:lnTo>
                <a:lnTo>
                  <a:pt x="658751" y="4710938"/>
                </a:lnTo>
                <a:lnTo>
                  <a:pt x="670124" y="4794299"/>
                </a:lnTo>
                <a:close/>
                <a:moveTo>
                  <a:pt x="720385" y="5054399"/>
                </a:moveTo>
                <a:lnTo>
                  <a:pt x="0" y="5054399"/>
                </a:lnTo>
                <a:lnTo>
                  <a:pt x="0" y="4958690"/>
                </a:lnTo>
                <a:lnTo>
                  <a:pt x="700587" y="4958690"/>
                </a:lnTo>
                <a:lnTo>
                  <a:pt x="708242" y="5000002"/>
                </a:lnTo>
                <a:close/>
                <a:moveTo>
                  <a:pt x="780364" y="5302153"/>
                </a:moveTo>
                <a:lnTo>
                  <a:pt x="0" y="5302153"/>
                </a:lnTo>
                <a:lnTo>
                  <a:pt x="0" y="5206443"/>
                </a:lnTo>
                <a:lnTo>
                  <a:pt x="754796" y="5206443"/>
                </a:lnTo>
                <a:close/>
                <a:moveTo>
                  <a:pt x="3985899" y="5302153"/>
                </a:moveTo>
                <a:lnTo>
                  <a:pt x="3939022" y="5302153"/>
                </a:lnTo>
                <a:lnTo>
                  <a:pt x="3983969" y="5267970"/>
                </a:lnTo>
                <a:close/>
                <a:moveTo>
                  <a:pt x="855417" y="5549905"/>
                </a:moveTo>
                <a:lnTo>
                  <a:pt x="0" y="5549905"/>
                </a:lnTo>
                <a:lnTo>
                  <a:pt x="0" y="5454196"/>
                </a:lnTo>
                <a:lnTo>
                  <a:pt x="824854" y="5454196"/>
                </a:lnTo>
                <a:close/>
                <a:moveTo>
                  <a:pt x="3998943" y="5549905"/>
                </a:moveTo>
                <a:lnTo>
                  <a:pt x="3569327" y="5549905"/>
                </a:lnTo>
                <a:lnTo>
                  <a:pt x="3612452" y="5523175"/>
                </a:lnTo>
                <a:lnTo>
                  <a:pt x="3716442" y="5454196"/>
                </a:lnTo>
                <a:lnTo>
                  <a:pt x="3994284" y="5454196"/>
                </a:lnTo>
                <a:cubicBezTo>
                  <a:pt x="3995775" y="5485998"/>
                  <a:pt x="3997452" y="5518103"/>
                  <a:pt x="3998943" y="5549905"/>
                </a:cubicBezTo>
                <a:close/>
                <a:moveTo>
                  <a:pt x="957459" y="5797658"/>
                </a:moveTo>
                <a:lnTo>
                  <a:pt x="0" y="5797658"/>
                </a:lnTo>
                <a:lnTo>
                  <a:pt x="0" y="5701949"/>
                </a:lnTo>
                <a:lnTo>
                  <a:pt x="913583" y="5701949"/>
                </a:lnTo>
                <a:lnTo>
                  <a:pt x="916191" y="5708756"/>
                </a:lnTo>
                <a:close/>
                <a:moveTo>
                  <a:pt x="4008819" y="5797658"/>
                </a:moveTo>
                <a:lnTo>
                  <a:pt x="3155979" y="5797658"/>
                </a:lnTo>
                <a:lnTo>
                  <a:pt x="3319931" y="5704488"/>
                </a:lnTo>
                <a:lnTo>
                  <a:pt x="3324027" y="5701949"/>
                </a:lnTo>
                <a:lnTo>
                  <a:pt x="4005092" y="5701949"/>
                </a:lnTo>
                <a:cubicBezTo>
                  <a:pt x="4006583" y="5733751"/>
                  <a:pt x="4007328" y="5765856"/>
                  <a:pt x="4008819" y="5797658"/>
                </a:cubicBezTo>
                <a:close/>
                <a:moveTo>
                  <a:pt x="1103940" y="6045411"/>
                </a:moveTo>
                <a:lnTo>
                  <a:pt x="0" y="6045411"/>
                </a:lnTo>
                <a:lnTo>
                  <a:pt x="0" y="5949702"/>
                </a:lnTo>
                <a:lnTo>
                  <a:pt x="1038682" y="5949702"/>
                </a:lnTo>
                <a:lnTo>
                  <a:pt x="1053197" y="5975104"/>
                </a:lnTo>
                <a:close/>
                <a:moveTo>
                  <a:pt x="4016458" y="6045411"/>
                </a:moveTo>
                <a:lnTo>
                  <a:pt x="2676033" y="6045411"/>
                </a:lnTo>
                <a:lnTo>
                  <a:pt x="2723075" y="6025162"/>
                </a:lnTo>
                <a:lnTo>
                  <a:pt x="2872118" y="5949702"/>
                </a:lnTo>
                <a:lnTo>
                  <a:pt x="4013477" y="5949702"/>
                </a:lnTo>
                <a:cubicBezTo>
                  <a:pt x="4014968" y="5981504"/>
                  <a:pt x="4015713" y="6013306"/>
                  <a:pt x="4016458" y="6045411"/>
                </a:cubicBezTo>
                <a:close/>
                <a:moveTo>
                  <a:pt x="1478623" y="6293163"/>
                </a:moveTo>
                <a:lnTo>
                  <a:pt x="0" y="6293163"/>
                </a:lnTo>
                <a:lnTo>
                  <a:pt x="0" y="6197455"/>
                </a:lnTo>
                <a:lnTo>
                  <a:pt x="1260756" y="6197455"/>
                </a:lnTo>
                <a:lnTo>
                  <a:pt x="1352123" y="6251606"/>
                </a:lnTo>
                <a:close/>
                <a:moveTo>
                  <a:pt x="4021862" y="6293163"/>
                </a:moveTo>
                <a:lnTo>
                  <a:pt x="1936874" y="6293163"/>
                </a:lnTo>
                <a:lnTo>
                  <a:pt x="2011366" y="6279908"/>
                </a:lnTo>
                <a:cubicBezTo>
                  <a:pt x="2055828" y="6270379"/>
                  <a:pt x="2101078" y="6259133"/>
                  <a:pt x="2147000" y="6246304"/>
                </a:cubicBezTo>
                <a:lnTo>
                  <a:pt x="2292580" y="6197455"/>
                </a:lnTo>
                <a:lnTo>
                  <a:pt x="4020185" y="6197455"/>
                </a:lnTo>
                <a:cubicBezTo>
                  <a:pt x="4021117" y="6229257"/>
                  <a:pt x="4021117" y="6261059"/>
                  <a:pt x="4021862" y="6293163"/>
                </a:cubicBezTo>
                <a:close/>
                <a:moveTo>
                  <a:pt x="4024843" y="6542128"/>
                </a:moveTo>
                <a:lnTo>
                  <a:pt x="0" y="6542128"/>
                </a:lnTo>
                <a:lnTo>
                  <a:pt x="0" y="6446419"/>
                </a:lnTo>
                <a:lnTo>
                  <a:pt x="4023353" y="6446419"/>
                </a:lnTo>
                <a:cubicBezTo>
                  <a:pt x="4024098" y="6477009"/>
                  <a:pt x="4024098" y="6508811"/>
                  <a:pt x="4024843" y="6542128"/>
                </a:cubicBez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16"/>
          <p:cNvSpPr/>
          <p:nvPr/>
        </p:nvSpPr>
        <p:spPr>
          <a:xfrm>
            <a:off x="0" y="179347"/>
            <a:ext cx="2377134" cy="6542154"/>
          </a:xfrm>
          <a:custGeom>
            <a:rect b="b" l="l" r="r" t="t"/>
            <a:pathLst>
              <a:path extrusionOk="0" h="21600" w="21600">
                <a:moveTo>
                  <a:pt x="20920" y="13914"/>
                </a:moveTo>
                <a:cubicBezTo>
                  <a:pt x="20937" y="14019"/>
                  <a:pt x="20957" y="14125"/>
                  <a:pt x="20973" y="14230"/>
                </a:cubicBezTo>
                <a:lnTo>
                  <a:pt x="0" y="14230"/>
                </a:lnTo>
                <a:lnTo>
                  <a:pt x="0" y="13914"/>
                </a:lnTo>
                <a:lnTo>
                  <a:pt x="20920" y="13914"/>
                </a:lnTo>
                <a:close/>
                <a:moveTo>
                  <a:pt x="0" y="15554"/>
                </a:moveTo>
                <a:lnTo>
                  <a:pt x="0" y="15870"/>
                </a:lnTo>
                <a:lnTo>
                  <a:pt x="21211" y="15870"/>
                </a:lnTo>
                <a:cubicBezTo>
                  <a:pt x="21199" y="15765"/>
                  <a:pt x="21182" y="15659"/>
                  <a:pt x="21170" y="15554"/>
                </a:cubicBezTo>
                <a:lnTo>
                  <a:pt x="0" y="15554"/>
                </a:lnTo>
                <a:close/>
                <a:moveTo>
                  <a:pt x="0" y="14732"/>
                </a:moveTo>
                <a:lnTo>
                  <a:pt x="0" y="15048"/>
                </a:lnTo>
                <a:lnTo>
                  <a:pt x="21100" y="15048"/>
                </a:lnTo>
                <a:cubicBezTo>
                  <a:pt x="21084" y="14942"/>
                  <a:pt x="21068" y="14837"/>
                  <a:pt x="21055" y="14732"/>
                </a:cubicBezTo>
                <a:lnTo>
                  <a:pt x="0" y="14732"/>
                </a:lnTo>
                <a:close/>
                <a:moveTo>
                  <a:pt x="0" y="13096"/>
                </a:moveTo>
                <a:lnTo>
                  <a:pt x="0" y="13412"/>
                </a:lnTo>
                <a:lnTo>
                  <a:pt x="20838" y="13412"/>
                </a:lnTo>
                <a:cubicBezTo>
                  <a:pt x="20818" y="13307"/>
                  <a:pt x="20802" y="13201"/>
                  <a:pt x="20781" y="13096"/>
                </a:cubicBezTo>
                <a:lnTo>
                  <a:pt x="0" y="13096"/>
                </a:lnTo>
                <a:close/>
                <a:moveTo>
                  <a:pt x="0" y="12278"/>
                </a:moveTo>
                <a:lnTo>
                  <a:pt x="0" y="12594"/>
                </a:lnTo>
                <a:lnTo>
                  <a:pt x="20683" y="12594"/>
                </a:lnTo>
                <a:cubicBezTo>
                  <a:pt x="20662" y="12489"/>
                  <a:pt x="20642" y="12383"/>
                  <a:pt x="20621" y="12278"/>
                </a:cubicBezTo>
                <a:lnTo>
                  <a:pt x="0" y="12278"/>
                </a:lnTo>
                <a:close/>
                <a:moveTo>
                  <a:pt x="0" y="19644"/>
                </a:moveTo>
                <a:lnTo>
                  <a:pt x="0" y="19960"/>
                </a:lnTo>
                <a:lnTo>
                  <a:pt x="21555" y="19960"/>
                </a:lnTo>
                <a:cubicBezTo>
                  <a:pt x="21551" y="19854"/>
                  <a:pt x="21547" y="19749"/>
                  <a:pt x="21539" y="19644"/>
                </a:cubicBezTo>
                <a:lnTo>
                  <a:pt x="0" y="19644"/>
                </a:lnTo>
                <a:close/>
                <a:moveTo>
                  <a:pt x="0" y="11460"/>
                </a:moveTo>
                <a:lnTo>
                  <a:pt x="0" y="11776"/>
                </a:lnTo>
                <a:lnTo>
                  <a:pt x="20515" y="11776"/>
                </a:lnTo>
                <a:cubicBezTo>
                  <a:pt x="20490" y="11671"/>
                  <a:pt x="20470" y="11565"/>
                  <a:pt x="20445" y="11460"/>
                </a:cubicBezTo>
                <a:lnTo>
                  <a:pt x="0" y="11460"/>
                </a:lnTo>
                <a:close/>
                <a:moveTo>
                  <a:pt x="0" y="10642"/>
                </a:moveTo>
                <a:lnTo>
                  <a:pt x="0" y="10958"/>
                </a:lnTo>
                <a:lnTo>
                  <a:pt x="20331" y="10958"/>
                </a:lnTo>
                <a:cubicBezTo>
                  <a:pt x="20306" y="10853"/>
                  <a:pt x="20281" y="10747"/>
                  <a:pt x="20257" y="10642"/>
                </a:cubicBezTo>
                <a:lnTo>
                  <a:pt x="0" y="10642"/>
                </a:lnTo>
                <a:close/>
                <a:moveTo>
                  <a:pt x="0" y="20778"/>
                </a:moveTo>
                <a:lnTo>
                  <a:pt x="21584" y="20778"/>
                </a:lnTo>
                <a:cubicBezTo>
                  <a:pt x="21580" y="20672"/>
                  <a:pt x="21580" y="20567"/>
                  <a:pt x="21575" y="20462"/>
                </a:cubicBezTo>
                <a:lnTo>
                  <a:pt x="0" y="20462"/>
                </a:lnTo>
                <a:lnTo>
                  <a:pt x="0" y="20778"/>
                </a:lnTo>
                <a:close/>
                <a:moveTo>
                  <a:pt x="0" y="16372"/>
                </a:moveTo>
                <a:lnTo>
                  <a:pt x="0" y="16688"/>
                </a:lnTo>
                <a:lnTo>
                  <a:pt x="21309" y="16688"/>
                </a:lnTo>
                <a:cubicBezTo>
                  <a:pt x="21297" y="16583"/>
                  <a:pt x="21285" y="16477"/>
                  <a:pt x="21272" y="16372"/>
                </a:cubicBezTo>
                <a:lnTo>
                  <a:pt x="0" y="16372"/>
                </a:lnTo>
                <a:close/>
                <a:moveTo>
                  <a:pt x="0" y="18826"/>
                </a:moveTo>
                <a:lnTo>
                  <a:pt x="0" y="19142"/>
                </a:lnTo>
                <a:lnTo>
                  <a:pt x="21514" y="19142"/>
                </a:lnTo>
                <a:cubicBezTo>
                  <a:pt x="21506" y="19037"/>
                  <a:pt x="21502" y="18931"/>
                  <a:pt x="21494" y="18826"/>
                </a:cubicBezTo>
                <a:lnTo>
                  <a:pt x="0" y="18826"/>
                </a:lnTo>
                <a:close/>
                <a:moveTo>
                  <a:pt x="0" y="17190"/>
                </a:moveTo>
                <a:lnTo>
                  <a:pt x="0" y="17506"/>
                </a:lnTo>
                <a:lnTo>
                  <a:pt x="21391" y="17506"/>
                </a:lnTo>
                <a:cubicBezTo>
                  <a:pt x="21383" y="17401"/>
                  <a:pt x="21371" y="17295"/>
                  <a:pt x="21362" y="17190"/>
                </a:cubicBezTo>
                <a:lnTo>
                  <a:pt x="0" y="17190"/>
                </a:lnTo>
                <a:close/>
                <a:moveTo>
                  <a:pt x="0" y="18008"/>
                </a:moveTo>
                <a:lnTo>
                  <a:pt x="0" y="18324"/>
                </a:lnTo>
                <a:lnTo>
                  <a:pt x="21461" y="18324"/>
                </a:lnTo>
                <a:cubicBezTo>
                  <a:pt x="21453" y="18219"/>
                  <a:pt x="21444" y="18113"/>
                  <a:pt x="21436" y="18008"/>
                </a:cubicBezTo>
                <a:lnTo>
                  <a:pt x="0" y="18008"/>
                </a:lnTo>
                <a:close/>
                <a:moveTo>
                  <a:pt x="0" y="818"/>
                </a:moveTo>
                <a:lnTo>
                  <a:pt x="0" y="1134"/>
                </a:lnTo>
                <a:lnTo>
                  <a:pt x="16760" y="1134"/>
                </a:lnTo>
                <a:cubicBezTo>
                  <a:pt x="16703" y="1025"/>
                  <a:pt x="16645" y="919"/>
                  <a:pt x="16592" y="818"/>
                </a:cubicBezTo>
                <a:lnTo>
                  <a:pt x="0" y="818"/>
                </a:lnTo>
                <a:close/>
                <a:moveTo>
                  <a:pt x="0" y="4094"/>
                </a:moveTo>
                <a:lnTo>
                  <a:pt x="0" y="4410"/>
                </a:lnTo>
                <a:lnTo>
                  <a:pt x="18267" y="4410"/>
                </a:lnTo>
                <a:cubicBezTo>
                  <a:pt x="18222" y="4305"/>
                  <a:pt x="18181" y="4199"/>
                  <a:pt x="18136" y="4094"/>
                </a:cubicBezTo>
                <a:lnTo>
                  <a:pt x="0" y="4094"/>
                </a:lnTo>
                <a:close/>
                <a:moveTo>
                  <a:pt x="0" y="1636"/>
                </a:moveTo>
                <a:lnTo>
                  <a:pt x="0" y="1952"/>
                </a:lnTo>
                <a:lnTo>
                  <a:pt x="17174" y="1952"/>
                </a:lnTo>
                <a:cubicBezTo>
                  <a:pt x="17120" y="1843"/>
                  <a:pt x="17067" y="1737"/>
                  <a:pt x="17018" y="1636"/>
                </a:cubicBezTo>
                <a:lnTo>
                  <a:pt x="0" y="1636"/>
                </a:lnTo>
                <a:close/>
                <a:moveTo>
                  <a:pt x="0" y="3272"/>
                </a:moveTo>
                <a:lnTo>
                  <a:pt x="0" y="3588"/>
                </a:lnTo>
                <a:lnTo>
                  <a:pt x="17923" y="3588"/>
                </a:lnTo>
                <a:cubicBezTo>
                  <a:pt x="17878" y="3483"/>
                  <a:pt x="17833" y="3377"/>
                  <a:pt x="17784" y="3272"/>
                </a:cubicBezTo>
                <a:lnTo>
                  <a:pt x="0" y="3272"/>
                </a:lnTo>
                <a:close/>
                <a:moveTo>
                  <a:pt x="0" y="2454"/>
                </a:moveTo>
                <a:lnTo>
                  <a:pt x="0" y="2770"/>
                </a:lnTo>
                <a:lnTo>
                  <a:pt x="17563" y="2770"/>
                </a:lnTo>
                <a:cubicBezTo>
                  <a:pt x="17513" y="2660"/>
                  <a:pt x="17464" y="2555"/>
                  <a:pt x="17415" y="2454"/>
                </a:cubicBezTo>
                <a:lnTo>
                  <a:pt x="0" y="2454"/>
                </a:lnTo>
                <a:close/>
                <a:moveTo>
                  <a:pt x="0" y="0"/>
                </a:moveTo>
                <a:lnTo>
                  <a:pt x="0" y="316"/>
                </a:lnTo>
                <a:lnTo>
                  <a:pt x="16314" y="316"/>
                </a:lnTo>
                <a:cubicBezTo>
                  <a:pt x="16248" y="198"/>
                  <a:pt x="16187" y="93"/>
                  <a:pt x="16129" y="0"/>
                </a:cubicBezTo>
                <a:lnTo>
                  <a:pt x="0" y="0"/>
                </a:lnTo>
                <a:close/>
                <a:moveTo>
                  <a:pt x="21592" y="21284"/>
                </a:moveTo>
                <a:lnTo>
                  <a:pt x="0" y="21284"/>
                </a:lnTo>
                <a:lnTo>
                  <a:pt x="0" y="21600"/>
                </a:lnTo>
                <a:lnTo>
                  <a:pt x="21600" y="21600"/>
                </a:lnTo>
                <a:cubicBezTo>
                  <a:pt x="21596" y="21490"/>
                  <a:pt x="21596" y="21385"/>
                  <a:pt x="21592" y="21284"/>
                </a:cubicBezTo>
                <a:close/>
                <a:moveTo>
                  <a:pt x="0" y="6548"/>
                </a:moveTo>
                <a:lnTo>
                  <a:pt x="0" y="6864"/>
                </a:lnTo>
                <a:lnTo>
                  <a:pt x="19172" y="6864"/>
                </a:lnTo>
                <a:cubicBezTo>
                  <a:pt x="19135" y="6759"/>
                  <a:pt x="19102" y="6653"/>
                  <a:pt x="19065" y="6548"/>
                </a:cubicBezTo>
                <a:lnTo>
                  <a:pt x="0" y="6548"/>
                </a:lnTo>
                <a:close/>
                <a:moveTo>
                  <a:pt x="0" y="8184"/>
                </a:moveTo>
                <a:lnTo>
                  <a:pt x="0" y="8500"/>
                </a:lnTo>
                <a:lnTo>
                  <a:pt x="19684" y="8500"/>
                </a:lnTo>
                <a:cubicBezTo>
                  <a:pt x="19651" y="8395"/>
                  <a:pt x="19622" y="8289"/>
                  <a:pt x="19589" y="8184"/>
                </a:cubicBezTo>
                <a:lnTo>
                  <a:pt x="0" y="8184"/>
                </a:lnTo>
                <a:close/>
                <a:moveTo>
                  <a:pt x="0" y="7366"/>
                </a:moveTo>
                <a:lnTo>
                  <a:pt x="0" y="7682"/>
                </a:lnTo>
                <a:lnTo>
                  <a:pt x="19438" y="7682"/>
                </a:lnTo>
                <a:cubicBezTo>
                  <a:pt x="19405" y="7577"/>
                  <a:pt x="19372" y="7471"/>
                  <a:pt x="19336" y="7366"/>
                </a:cubicBezTo>
                <a:lnTo>
                  <a:pt x="0" y="7366"/>
                </a:lnTo>
                <a:close/>
                <a:moveTo>
                  <a:pt x="0" y="9002"/>
                </a:moveTo>
                <a:lnTo>
                  <a:pt x="0" y="9318"/>
                </a:lnTo>
                <a:lnTo>
                  <a:pt x="19917" y="9318"/>
                </a:lnTo>
                <a:cubicBezTo>
                  <a:pt x="19888" y="9213"/>
                  <a:pt x="19860" y="9107"/>
                  <a:pt x="19831" y="9002"/>
                </a:cubicBezTo>
                <a:lnTo>
                  <a:pt x="0" y="9002"/>
                </a:lnTo>
                <a:close/>
                <a:moveTo>
                  <a:pt x="0" y="5730"/>
                </a:moveTo>
                <a:lnTo>
                  <a:pt x="0" y="6046"/>
                </a:lnTo>
                <a:lnTo>
                  <a:pt x="18889" y="6046"/>
                </a:lnTo>
                <a:cubicBezTo>
                  <a:pt x="18852" y="5941"/>
                  <a:pt x="18811" y="5835"/>
                  <a:pt x="18775" y="5730"/>
                </a:cubicBezTo>
                <a:lnTo>
                  <a:pt x="0" y="5730"/>
                </a:lnTo>
                <a:close/>
                <a:moveTo>
                  <a:pt x="0" y="9824"/>
                </a:moveTo>
                <a:lnTo>
                  <a:pt x="0" y="10140"/>
                </a:lnTo>
                <a:lnTo>
                  <a:pt x="20130" y="10140"/>
                </a:lnTo>
                <a:cubicBezTo>
                  <a:pt x="20101" y="10035"/>
                  <a:pt x="20077" y="9929"/>
                  <a:pt x="20048" y="9824"/>
                </a:cubicBezTo>
                <a:lnTo>
                  <a:pt x="0" y="9824"/>
                </a:lnTo>
                <a:close/>
                <a:moveTo>
                  <a:pt x="0" y="4912"/>
                </a:moveTo>
                <a:lnTo>
                  <a:pt x="0" y="5228"/>
                </a:lnTo>
                <a:lnTo>
                  <a:pt x="18586" y="5228"/>
                </a:lnTo>
                <a:cubicBezTo>
                  <a:pt x="18545" y="5123"/>
                  <a:pt x="18504" y="5017"/>
                  <a:pt x="18463" y="4912"/>
                </a:cubicBezTo>
                <a:lnTo>
                  <a:pt x="0" y="4912"/>
                </a:ln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16"/>
          <p:cNvSpPr/>
          <p:nvPr/>
        </p:nvSpPr>
        <p:spPr>
          <a:xfrm>
            <a:off x="0" y="5363553"/>
            <a:ext cx="12192000" cy="1494447"/>
          </a:xfrm>
          <a:custGeom>
            <a:rect b="b" l="l" r="r" t="t"/>
            <a:pathLst>
              <a:path extrusionOk="0" h="1494447" w="12192000">
                <a:moveTo>
                  <a:pt x="12192000" y="0"/>
                </a:moveTo>
                <a:lnTo>
                  <a:pt x="12192000" y="1494447"/>
                </a:lnTo>
                <a:lnTo>
                  <a:pt x="0" y="1494447"/>
                </a:lnTo>
                <a:lnTo>
                  <a:pt x="0" y="882485"/>
                </a:lnTo>
                <a:cubicBezTo>
                  <a:pt x="0" y="882485"/>
                  <a:pt x="4342904" y="299907"/>
                  <a:pt x="8982391" y="81440"/>
                </a:cubicBezTo>
                <a:lnTo>
                  <a:pt x="9434054" y="63139"/>
                </a:lnTo>
                <a:lnTo>
                  <a:pt x="9553427" y="185135"/>
                </a:lnTo>
                <a:cubicBezTo>
                  <a:pt x="9994194" y="618614"/>
                  <a:pt x="10410775" y="904193"/>
                  <a:pt x="10719430" y="863813"/>
                </a:cubicBezTo>
                <a:cubicBezTo>
                  <a:pt x="10996634" y="827128"/>
                  <a:pt x="11209599" y="523981"/>
                  <a:pt x="11359883" y="73796"/>
                </a:cubicBezTo>
                <a:lnTo>
                  <a:pt x="11380043" y="7578"/>
                </a:lnTo>
                <a:close/>
              </a:path>
            </a:pathLst>
          </a:custGeom>
          <a:solidFill>
            <a:schemeClr val="dk2"/>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16"/>
          <p:cNvSpPr/>
          <p:nvPr/>
        </p:nvSpPr>
        <p:spPr>
          <a:xfrm>
            <a:off x="8726677" y="5088940"/>
            <a:ext cx="1235868" cy="1112211"/>
          </a:xfrm>
          <a:custGeom>
            <a:rect b="b" l="l" r="r" t="t"/>
            <a:pathLst>
              <a:path extrusionOk="0" h="1112211" w="1235868">
                <a:moveTo>
                  <a:pt x="396346" y="0"/>
                </a:moveTo>
                <a:lnTo>
                  <a:pt x="444980" y="56126"/>
                </a:lnTo>
                <a:cubicBezTo>
                  <a:pt x="700838" y="343817"/>
                  <a:pt x="956611" y="599825"/>
                  <a:pt x="1196674" y="790928"/>
                </a:cubicBezTo>
                <a:lnTo>
                  <a:pt x="1235868" y="819878"/>
                </a:lnTo>
                <a:lnTo>
                  <a:pt x="1235578" y="822359"/>
                </a:lnTo>
                <a:cubicBezTo>
                  <a:pt x="1222835" y="869703"/>
                  <a:pt x="1196364" y="906666"/>
                  <a:pt x="1153694" y="928160"/>
                </a:cubicBezTo>
                <a:cubicBezTo>
                  <a:pt x="812330" y="1100111"/>
                  <a:pt x="-44929" y="1290994"/>
                  <a:pt x="1841" y="792814"/>
                </a:cubicBezTo>
                <a:cubicBezTo>
                  <a:pt x="48611" y="293456"/>
                  <a:pt x="333080" y="46880"/>
                  <a:pt x="333080" y="46880"/>
                </a:cubicBezTo>
                <a:close/>
              </a:path>
            </a:pathLst>
          </a:custGeom>
          <a:solidFill>
            <a:schemeClr val="accent4"/>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6"/>
          <p:cNvSpPr txBox="1"/>
          <p:nvPr>
            <p:ph type="title"/>
          </p:nvPr>
        </p:nvSpPr>
        <p:spPr>
          <a:xfrm>
            <a:off x="838200" y="365125"/>
            <a:ext cx="667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Jumping </a:t>
            </a:r>
            <a:r>
              <a:rPr lang="en-US"/>
              <a:t>Animation</a:t>
            </a:r>
            <a:endParaRPr/>
          </a:p>
        </p:txBody>
      </p:sp>
      <p:sp>
        <p:nvSpPr>
          <p:cNvPr id="226" name="Google Shape;226;p16"/>
          <p:cNvSpPr txBox="1"/>
          <p:nvPr>
            <p:ph idx="1" type="body"/>
          </p:nvPr>
        </p:nvSpPr>
        <p:spPr>
          <a:xfrm>
            <a:off x="838200" y="1825625"/>
            <a:ext cx="6678000" cy="35379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Decided on keeping jump mechanics</a:t>
            </a:r>
            <a:endParaRPr/>
          </a:p>
          <a:p>
            <a:pPr indent="0" lvl="0" marL="0" rtl="0" algn="l">
              <a:lnSpc>
                <a:spcPct val="90000"/>
              </a:lnSpc>
              <a:spcBef>
                <a:spcPts val="0"/>
              </a:spcBef>
              <a:spcAft>
                <a:spcPts val="0"/>
              </a:spcAft>
              <a:buNone/>
            </a:pPr>
            <a:r>
              <a:t/>
            </a:r>
            <a:endParaRPr/>
          </a:p>
          <a:p>
            <a:pPr indent="-342900" lvl="0" marL="457200" rtl="0" algn="l">
              <a:lnSpc>
                <a:spcPct val="90000"/>
              </a:lnSpc>
              <a:spcBef>
                <a:spcPts val="0"/>
              </a:spcBef>
              <a:spcAft>
                <a:spcPts val="0"/>
              </a:spcAft>
              <a:buSzPts val="1800"/>
              <a:buChar char="-"/>
            </a:pPr>
            <a:r>
              <a:rPr lang="en-US"/>
              <a:t>Hard to translate into game</a:t>
            </a:r>
            <a:endParaRPr/>
          </a:p>
          <a:p>
            <a:pPr indent="0" lvl="0" marL="228600" rtl="0" algn="l">
              <a:lnSpc>
                <a:spcPct val="90000"/>
              </a:lnSpc>
              <a:spcBef>
                <a:spcPts val="0"/>
              </a:spcBef>
              <a:spcAft>
                <a:spcPts val="0"/>
              </a:spcAft>
              <a:buNone/>
            </a:pPr>
            <a:r>
              <a:t/>
            </a:r>
            <a:endParaRPr/>
          </a:p>
          <a:p>
            <a:pPr indent="0" lvl="0" marL="228600" rtl="0" algn="l">
              <a:lnSpc>
                <a:spcPct val="90000"/>
              </a:lnSpc>
              <a:spcBef>
                <a:spcPts val="0"/>
              </a:spcBef>
              <a:spcAft>
                <a:spcPts val="0"/>
              </a:spcAft>
              <a:buNone/>
            </a:pPr>
            <a:r>
              <a:t/>
            </a:r>
            <a:endParaRPr/>
          </a:p>
        </p:txBody>
      </p:sp>
      <p:pic>
        <p:nvPicPr>
          <p:cNvPr id="227" name="Google Shape;227;p16"/>
          <p:cNvPicPr preferRelativeResize="0"/>
          <p:nvPr/>
        </p:nvPicPr>
        <p:blipFill>
          <a:blip r:embed="rId3">
            <a:alphaModFix/>
          </a:blip>
          <a:stretch>
            <a:fillRect/>
          </a:stretch>
        </p:blipFill>
        <p:spPr>
          <a:xfrm>
            <a:off x="7998488" y="1247913"/>
            <a:ext cx="4362176" cy="43621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F0"/>
        </a:solidFill>
      </p:bgPr>
    </p:bg>
    <p:spTree>
      <p:nvGrpSpPr>
        <p:cNvPr id="232" name="Shape 232"/>
        <p:cNvGrpSpPr/>
        <p:nvPr/>
      </p:nvGrpSpPr>
      <p:grpSpPr>
        <a:xfrm>
          <a:off x="0" y="0"/>
          <a:ext cx="0" cy="0"/>
          <a:chOff x="0" y="0"/>
          <a:chExt cx="0" cy="0"/>
        </a:xfrm>
      </p:grpSpPr>
      <p:sp>
        <p:nvSpPr>
          <p:cNvPr id="233" name="Google Shape;233;p17"/>
          <p:cNvSpPr/>
          <p:nvPr/>
        </p:nvSpPr>
        <p:spPr>
          <a:xfrm>
            <a:off x="0" y="0"/>
            <a:ext cx="12192000" cy="6858000"/>
          </a:xfrm>
          <a:custGeom>
            <a:rect b="b" l="l" r="r" t="t"/>
            <a:pathLst>
              <a:path extrusionOk="0" h="6858000" w="12192000">
                <a:moveTo>
                  <a:pt x="10556455" y="405874"/>
                </a:moveTo>
                <a:cubicBezTo>
                  <a:pt x="9937078" y="373788"/>
                  <a:pt x="9028481" y="886129"/>
                  <a:pt x="8298270" y="1384878"/>
                </a:cubicBezTo>
                <a:cubicBezTo>
                  <a:pt x="7596512" y="1864119"/>
                  <a:pt x="7423304" y="2826094"/>
                  <a:pt x="7911358" y="3521664"/>
                </a:cubicBezTo>
                <a:cubicBezTo>
                  <a:pt x="8744579" y="4708993"/>
                  <a:pt x="10013933" y="6319662"/>
                  <a:pt x="10719430" y="6227366"/>
                </a:cubicBezTo>
                <a:cubicBezTo>
                  <a:pt x="11828246" y="6080624"/>
                  <a:pt x="11909242" y="1670501"/>
                  <a:pt x="11062106" y="640103"/>
                </a:cubicBezTo>
                <a:cubicBezTo>
                  <a:pt x="10937237" y="487757"/>
                  <a:pt x="10762914" y="416569"/>
                  <a:pt x="10556455" y="405874"/>
                </a:cubicBez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17"/>
          <p:cNvSpPr/>
          <p:nvPr/>
        </p:nvSpPr>
        <p:spPr>
          <a:xfrm rot="10800000">
            <a:off x="8167157" y="179347"/>
            <a:ext cx="4024843" cy="6542128"/>
          </a:xfrm>
          <a:custGeom>
            <a:rect b="b" l="l" r="r" t="t"/>
            <a:pathLst>
              <a:path extrusionOk="0" h="6542128" w="4024843">
                <a:moveTo>
                  <a:pt x="3039874" y="95709"/>
                </a:moveTo>
                <a:lnTo>
                  <a:pt x="0" y="95709"/>
                </a:lnTo>
                <a:lnTo>
                  <a:pt x="0" y="0"/>
                </a:lnTo>
                <a:lnTo>
                  <a:pt x="3005402" y="0"/>
                </a:lnTo>
                <a:cubicBezTo>
                  <a:pt x="3016210" y="28168"/>
                  <a:pt x="3027576" y="59970"/>
                  <a:pt x="3039874" y="95709"/>
                </a:cubicBezTo>
                <a:close/>
                <a:moveTo>
                  <a:pt x="3122980" y="343462"/>
                </a:moveTo>
                <a:lnTo>
                  <a:pt x="0" y="343462"/>
                </a:lnTo>
                <a:lnTo>
                  <a:pt x="0" y="247753"/>
                </a:lnTo>
                <a:lnTo>
                  <a:pt x="3091676" y="247753"/>
                </a:lnTo>
                <a:cubicBezTo>
                  <a:pt x="3101552" y="278344"/>
                  <a:pt x="3112359" y="310448"/>
                  <a:pt x="3122980" y="343462"/>
                </a:cubicBezTo>
                <a:close/>
                <a:moveTo>
                  <a:pt x="1250048" y="591215"/>
                </a:moveTo>
                <a:lnTo>
                  <a:pt x="0" y="591215"/>
                </a:lnTo>
                <a:lnTo>
                  <a:pt x="0" y="495506"/>
                </a:lnTo>
                <a:lnTo>
                  <a:pt x="1467151" y="495506"/>
                </a:lnTo>
                <a:lnTo>
                  <a:pt x="1371627" y="520123"/>
                </a:lnTo>
                <a:cubicBezTo>
                  <a:pt x="1338981" y="532803"/>
                  <a:pt x="1307335" y="549412"/>
                  <a:pt x="1276687" y="569719"/>
                </a:cubicBezTo>
                <a:close/>
                <a:moveTo>
                  <a:pt x="3200123" y="591215"/>
                </a:moveTo>
                <a:lnTo>
                  <a:pt x="1885620" y="591215"/>
                </a:lnTo>
                <a:lnTo>
                  <a:pt x="1761609" y="535172"/>
                </a:lnTo>
                <a:cubicBezTo>
                  <a:pt x="1709682" y="516408"/>
                  <a:pt x="1659469" y="503258"/>
                  <a:pt x="1611214" y="496241"/>
                </a:cubicBezTo>
                <a:lnTo>
                  <a:pt x="1563383" y="495506"/>
                </a:lnTo>
                <a:lnTo>
                  <a:pt x="3171054" y="495506"/>
                </a:lnTo>
                <a:cubicBezTo>
                  <a:pt x="3180185" y="526096"/>
                  <a:pt x="3190061" y="558201"/>
                  <a:pt x="3200123" y="591215"/>
                </a:cubicBezTo>
                <a:close/>
                <a:moveTo>
                  <a:pt x="1032550" y="838968"/>
                </a:moveTo>
                <a:lnTo>
                  <a:pt x="0" y="838968"/>
                </a:lnTo>
                <a:lnTo>
                  <a:pt x="0" y="743259"/>
                </a:lnTo>
                <a:lnTo>
                  <a:pt x="1098415" y="743259"/>
                </a:lnTo>
                <a:close/>
                <a:moveTo>
                  <a:pt x="3272607" y="838968"/>
                </a:moveTo>
                <a:lnTo>
                  <a:pt x="2265075" y="838968"/>
                </a:lnTo>
                <a:lnTo>
                  <a:pt x="2135504" y="743259"/>
                </a:lnTo>
                <a:lnTo>
                  <a:pt x="3245030" y="743259"/>
                </a:lnTo>
                <a:cubicBezTo>
                  <a:pt x="3254160" y="773849"/>
                  <a:pt x="3263290" y="805651"/>
                  <a:pt x="3272607" y="838968"/>
                </a:cubicBezTo>
                <a:close/>
                <a:moveTo>
                  <a:pt x="907305" y="1086720"/>
                </a:moveTo>
                <a:lnTo>
                  <a:pt x="0" y="1086720"/>
                </a:lnTo>
                <a:lnTo>
                  <a:pt x="0" y="991011"/>
                </a:lnTo>
                <a:lnTo>
                  <a:pt x="949893" y="991011"/>
                </a:lnTo>
                <a:close/>
                <a:moveTo>
                  <a:pt x="3339688" y="1086720"/>
                </a:moveTo>
                <a:lnTo>
                  <a:pt x="2547145" y="1086720"/>
                </a:lnTo>
                <a:lnTo>
                  <a:pt x="2451397" y="996585"/>
                </a:lnTo>
                <a:lnTo>
                  <a:pt x="2444825" y="991011"/>
                </a:lnTo>
                <a:lnTo>
                  <a:pt x="3313788" y="991011"/>
                </a:lnTo>
                <a:cubicBezTo>
                  <a:pt x="3322918" y="1022813"/>
                  <a:pt x="3331303" y="1054918"/>
                  <a:pt x="3339688" y="1086720"/>
                </a:cubicBezTo>
                <a:close/>
                <a:moveTo>
                  <a:pt x="816420" y="1335685"/>
                </a:moveTo>
                <a:lnTo>
                  <a:pt x="0" y="1335685"/>
                </a:lnTo>
                <a:lnTo>
                  <a:pt x="0" y="1239976"/>
                </a:lnTo>
                <a:lnTo>
                  <a:pt x="848308" y="1239976"/>
                </a:lnTo>
                <a:lnTo>
                  <a:pt x="832117" y="1284126"/>
                </a:lnTo>
                <a:close/>
                <a:moveTo>
                  <a:pt x="3403787" y="1335685"/>
                </a:moveTo>
                <a:lnTo>
                  <a:pt x="2797969" y="1335685"/>
                </a:lnTo>
                <a:lnTo>
                  <a:pt x="2704316" y="1239976"/>
                </a:lnTo>
                <a:lnTo>
                  <a:pt x="3379378" y="1239976"/>
                </a:lnTo>
                <a:cubicBezTo>
                  <a:pt x="3387762" y="1271778"/>
                  <a:pt x="3395402" y="1303883"/>
                  <a:pt x="3403787" y="1335685"/>
                </a:cubicBezTo>
                <a:close/>
                <a:moveTo>
                  <a:pt x="747343" y="1583437"/>
                </a:moveTo>
                <a:lnTo>
                  <a:pt x="0" y="1583437"/>
                </a:lnTo>
                <a:lnTo>
                  <a:pt x="0" y="1487729"/>
                </a:lnTo>
                <a:lnTo>
                  <a:pt x="771575" y="1487729"/>
                </a:lnTo>
                <a:close/>
                <a:moveTo>
                  <a:pt x="3463228" y="1583437"/>
                </a:moveTo>
                <a:lnTo>
                  <a:pt x="3026433" y="1583437"/>
                </a:lnTo>
                <a:lnTo>
                  <a:pt x="3020343" y="1576409"/>
                </a:lnTo>
                <a:lnTo>
                  <a:pt x="2939151" y="1487729"/>
                </a:lnTo>
                <a:lnTo>
                  <a:pt x="3440309" y="1487729"/>
                </a:lnTo>
                <a:cubicBezTo>
                  <a:pt x="3447949" y="1519531"/>
                  <a:pt x="3455588" y="1551635"/>
                  <a:pt x="3463228" y="1583437"/>
                </a:cubicBezTo>
                <a:close/>
                <a:moveTo>
                  <a:pt x="692583" y="1831190"/>
                </a:moveTo>
                <a:lnTo>
                  <a:pt x="0" y="1831190"/>
                </a:lnTo>
                <a:lnTo>
                  <a:pt x="0" y="1735481"/>
                </a:lnTo>
                <a:lnTo>
                  <a:pt x="712665" y="1735481"/>
                </a:lnTo>
                <a:close/>
                <a:moveTo>
                  <a:pt x="3519688" y="1831190"/>
                </a:moveTo>
                <a:lnTo>
                  <a:pt x="3239251" y="1831190"/>
                </a:lnTo>
                <a:lnTo>
                  <a:pt x="3212009" y="1797599"/>
                </a:lnTo>
                <a:lnTo>
                  <a:pt x="3158182" y="1735481"/>
                </a:lnTo>
                <a:lnTo>
                  <a:pt x="3498446" y="1735481"/>
                </a:lnTo>
                <a:cubicBezTo>
                  <a:pt x="3505154" y="1767283"/>
                  <a:pt x="3512794" y="1799388"/>
                  <a:pt x="3519688" y="1831190"/>
                </a:cubicBezTo>
                <a:close/>
                <a:moveTo>
                  <a:pt x="650515" y="2078943"/>
                </a:moveTo>
                <a:lnTo>
                  <a:pt x="0" y="2078943"/>
                </a:lnTo>
                <a:lnTo>
                  <a:pt x="0" y="1983234"/>
                </a:lnTo>
                <a:lnTo>
                  <a:pt x="665825" y="1983234"/>
                </a:lnTo>
                <a:lnTo>
                  <a:pt x="653507" y="2054753"/>
                </a:lnTo>
                <a:close/>
                <a:moveTo>
                  <a:pt x="3572421" y="2078943"/>
                </a:moveTo>
                <a:lnTo>
                  <a:pt x="3440176" y="2078943"/>
                </a:lnTo>
                <a:lnTo>
                  <a:pt x="3362557" y="1983234"/>
                </a:lnTo>
                <a:lnTo>
                  <a:pt x="3552483" y="1983234"/>
                </a:lnTo>
                <a:cubicBezTo>
                  <a:pt x="3559377" y="2015036"/>
                  <a:pt x="3565526" y="2047141"/>
                  <a:pt x="3572421" y="2078943"/>
                </a:cubicBezTo>
                <a:close/>
                <a:moveTo>
                  <a:pt x="3616408" y="2298606"/>
                </a:moveTo>
                <a:lnTo>
                  <a:pt x="3589576" y="2263162"/>
                </a:lnTo>
                <a:lnTo>
                  <a:pt x="3563483" y="2230987"/>
                </a:lnTo>
                <a:lnTo>
                  <a:pt x="3602980" y="2230987"/>
                </a:lnTo>
                <a:close/>
                <a:moveTo>
                  <a:pt x="619880" y="2326696"/>
                </a:moveTo>
                <a:lnTo>
                  <a:pt x="0" y="2326696"/>
                </a:lnTo>
                <a:lnTo>
                  <a:pt x="0" y="2230987"/>
                </a:lnTo>
                <a:lnTo>
                  <a:pt x="631714" y="2230987"/>
                </a:lnTo>
                <a:close/>
                <a:moveTo>
                  <a:pt x="593685" y="2574449"/>
                </a:moveTo>
                <a:lnTo>
                  <a:pt x="0" y="2574449"/>
                </a:lnTo>
                <a:lnTo>
                  <a:pt x="0" y="2478740"/>
                </a:lnTo>
                <a:lnTo>
                  <a:pt x="601079" y="2478740"/>
                </a:lnTo>
                <a:lnTo>
                  <a:pt x="599095" y="2494786"/>
                </a:lnTo>
                <a:close/>
                <a:moveTo>
                  <a:pt x="576861" y="2822201"/>
                </a:moveTo>
                <a:lnTo>
                  <a:pt x="0" y="2822201"/>
                </a:lnTo>
                <a:lnTo>
                  <a:pt x="0" y="2726493"/>
                </a:lnTo>
                <a:lnTo>
                  <a:pt x="583360" y="2726493"/>
                </a:lnTo>
                <a:close/>
                <a:moveTo>
                  <a:pt x="565701" y="3071166"/>
                </a:moveTo>
                <a:lnTo>
                  <a:pt x="0" y="3071166"/>
                </a:lnTo>
                <a:lnTo>
                  <a:pt x="0" y="2975457"/>
                </a:lnTo>
                <a:lnTo>
                  <a:pt x="567409" y="2975457"/>
                </a:lnTo>
                <a:close/>
                <a:moveTo>
                  <a:pt x="561279" y="3318919"/>
                </a:moveTo>
                <a:lnTo>
                  <a:pt x="0" y="3318919"/>
                </a:lnTo>
                <a:lnTo>
                  <a:pt x="0" y="3223210"/>
                </a:lnTo>
                <a:lnTo>
                  <a:pt x="562987" y="3223210"/>
                </a:lnTo>
                <a:close/>
                <a:moveTo>
                  <a:pt x="563542" y="3566671"/>
                </a:moveTo>
                <a:lnTo>
                  <a:pt x="0" y="3566671"/>
                </a:lnTo>
                <a:lnTo>
                  <a:pt x="0" y="3470962"/>
                </a:lnTo>
                <a:lnTo>
                  <a:pt x="560626" y="3470962"/>
                </a:lnTo>
                <a:close/>
                <a:moveTo>
                  <a:pt x="571090" y="3814424"/>
                </a:moveTo>
                <a:lnTo>
                  <a:pt x="0" y="3814424"/>
                </a:lnTo>
                <a:lnTo>
                  <a:pt x="0" y="3718715"/>
                </a:lnTo>
                <a:lnTo>
                  <a:pt x="568174" y="3718715"/>
                </a:lnTo>
                <a:close/>
                <a:moveTo>
                  <a:pt x="586791" y="4062177"/>
                </a:moveTo>
                <a:lnTo>
                  <a:pt x="0" y="4062177"/>
                </a:lnTo>
                <a:lnTo>
                  <a:pt x="0" y="3966468"/>
                </a:lnTo>
                <a:lnTo>
                  <a:pt x="579081" y="3966468"/>
                </a:lnTo>
                <a:close/>
                <a:moveTo>
                  <a:pt x="606750" y="4309929"/>
                </a:moveTo>
                <a:lnTo>
                  <a:pt x="0" y="4309929"/>
                </a:lnTo>
                <a:lnTo>
                  <a:pt x="0" y="4214221"/>
                </a:lnTo>
                <a:lnTo>
                  <a:pt x="599040" y="4214221"/>
                </a:lnTo>
                <a:close/>
                <a:moveTo>
                  <a:pt x="637841" y="4557683"/>
                </a:moveTo>
                <a:lnTo>
                  <a:pt x="0" y="4557683"/>
                </a:lnTo>
                <a:lnTo>
                  <a:pt x="0" y="4461974"/>
                </a:lnTo>
                <a:lnTo>
                  <a:pt x="624782" y="4461974"/>
                </a:lnTo>
                <a:close/>
                <a:moveTo>
                  <a:pt x="672413" y="4806647"/>
                </a:moveTo>
                <a:lnTo>
                  <a:pt x="0" y="4806647"/>
                </a:lnTo>
                <a:lnTo>
                  <a:pt x="0" y="4710938"/>
                </a:lnTo>
                <a:lnTo>
                  <a:pt x="658751" y="4710938"/>
                </a:lnTo>
                <a:lnTo>
                  <a:pt x="670124" y="4794299"/>
                </a:lnTo>
                <a:close/>
                <a:moveTo>
                  <a:pt x="720385" y="5054399"/>
                </a:moveTo>
                <a:lnTo>
                  <a:pt x="0" y="5054399"/>
                </a:lnTo>
                <a:lnTo>
                  <a:pt x="0" y="4958690"/>
                </a:lnTo>
                <a:lnTo>
                  <a:pt x="700587" y="4958690"/>
                </a:lnTo>
                <a:lnTo>
                  <a:pt x="708242" y="5000002"/>
                </a:lnTo>
                <a:close/>
                <a:moveTo>
                  <a:pt x="780364" y="5302153"/>
                </a:moveTo>
                <a:lnTo>
                  <a:pt x="0" y="5302153"/>
                </a:lnTo>
                <a:lnTo>
                  <a:pt x="0" y="5206443"/>
                </a:lnTo>
                <a:lnTo>
                  <a:pt x="754796" y="5206443"/>
                </a:lnTo>
                <a:close/>
                <a:moveTo>
                  <a:pt x="3985899" y="5302153"/>
                </a:moveTo>
                <a:lnTo>
                  <a:pt x="3939022" y="5302153"/>
                </a:lnTo>
                <a:lnTo>
                  <a:pt x="3983969" y="5267970"/>
                </a:lnTo>
                <a:close/>
                <a:moveTo>
                  <a:pt x="855417" y="5549905"/>
                </a:moveTo>
                <a:lnTo>
                  <a:pt x="0" y="5549905"/>
                </a:lnTo>
                <a:lnTo>
                  <a:pt x="0" y="5454196"/>
                </a:lnTo>
                <a:lnTo>
                  <a:pt x="824854" y="5454196"/>
                </a:lnTo>
                <a:close/>
                <a:moveTo>
                  <a:pt x="3998943" y="5549905"/>
                </a:moveTo>
                <a:lnTo>
                  <a:pt x="3569327" y="5549905"/>
                </a:lnTo>
                <a:lnTo>
                  <a:pt x="3612452" y="5523175"/>
                </a:lnTo>
                <a:lnTo>
                  <a:pt x="3716442" y="5454196"/>
                </a:lnTo>
                <a:lnTo>
                  <a:pt x="3994284" y="5454196"/>
                </a:lnTo>
                <a:cubicBezTo>
                  <a:pt x="3995775" y="5485998"/>
                  <a:pt x="3997452" y="5518103"/>
                  <a:pt x="3998943" y="5549905"/>
                </a:cubicBezTo>
                <a:close/>
                <a:moveTo>
                  <a:pt x="957459" y="5797658"/>
                </a:moveTo>
                <a:lnTo>
                  <a:pt x="0" y="5797658"/>
                </a:lnTo>
                <a:lnTo>
                  <a:pt x="0" y="5701949"/>
                </a:lnTo>
                <a:lnTo>
                  <a:pt x="913583" y="5701949"/>
                </a:lnTo>
                <a:lnTo>
                  <a:pt x="916191" y="5708756"/>
                </a:lnTo>
                <a:close/>
                <a:moveTo>
                  <a:pt x="4008819" y="5797658"/>
                </a:moveTo>
                <a:lnTo>
                  <a:pt x="3155979" y="5797658"/>
                </a:lnTo>
                <a:lnTo>
                  <a:pt x="3319931" y="5704488"/>
                </a:lnTo>
                <a:lnTo>
                  <a:pt x="3324027" y="5701949"/>
                </a:lnTo>
                <a:lnTo>
                  <a:pt x="4005092" y="5701949"/>
                </a:lnTo>
                <a:cubicBezTo>
                  <a:pt x="4006583" y="5733751"/>
                  <a:pt x="4007328" y="5765856"/>
                  <a:pt x="4008819" y="5797658"/>
                </a:cubicBezTo>
                <a:close/>
                <a:moveTo>
                  <a:pt x="1103940" y="6045411"/>
                </a:moveTo>
                <a:lnTo>
                  <a:pt x="0" y="6045411"/>
                </a:lnTo>
                <a:lnTo>
                  <a:pt x="0" y="5949702"/>
                </a:lnTo>
                <a:lnTo>
                  <a:pt x="1038682" y="5949702"/>
                </a:lnTo>
                <a:lnTo>
                  <a:pt x="1053197" y="5975104"/>
                </a:lnTo>
                <a:close/>
                <a:moveTo>
                  <a:pt x="4016458" y="6045411"/>
                </a:moveTo>
                <a:lnTo>
                  <a:pt x="2676033" y="6045411"/>
                </a:lnTo>
                <a:lnTo>
                  <a:pt x="2723075" y="6025162"/>
                </a:lnTo>
                <a:lnTo>
                  <a:pt x="2872118" y="5949702"/>
                </a:lnTo>
                <a:lnTo>
                  <a:pt x="4013477" y="5949702"/>
                </a:lnTo>
                <a:cubicBezTo>
                  <a:pt x="4014968" y="5981504"/>
                  <a:pt x="4015713" y="6013306"/>
                  <a:pt x="4016458" y="6045411"/>
                </a:cubicBezTo>
                <a:close/>
                <a:moveTo>
                  <a:pt x="1478623" y="6293163"/>
                </a:moveTo>
                <a:lnTo>
                  <a:pt x="0" y="6293163"/>
                </a:lnTo>
                <a:lnTo>
                  <a:pt x="0" y="6197455"/>
                </a:lnTo>
                <a:lnTo>
                  <a:pt x="1260756" y="6197455"/>
                </a:lnTo>
                <a:lnTo>
                  <a:pt x="1352123" y="6251606"/>
                </a:lnTo>
                <a:close/>
                <a:moveTo>
                  <a:pt x="4021862" y="6293163"/>
                </a:moveTo>
                <a:lnTo>
                  <a:pt x="1936874" y="6293163"/>
                </a:lnTo>
                <a:lnTo>
                  <a:pt x="2011366" y="6279908"/>
                </a:lnTo>
                <a:cubicBezTo>
                  <a:pt x="2055828" y="6270379"/>
                  <a:pt x="2101078" y="6259133"/>
                  <a:pt x="2147000" y="6246304"/>
                </a:cubicBezTo>
                <a:lnTo>
                  <a:pt x="2292580" y="6197455"/>
                </a:lnTo>
                <a:lnTo>
                  <a:pt x="4020185" y="6197455"/>
                </a:lnTo>
                <a:cubicBezTo>
                  <a:pt x="4021117" y="6229257"/>
                  <a:pt x="4021117" y="6261059"/>
                  <a:pt x="4021862" y="6293163"/>
                </a:cubicBezTo>
                <a:close/>
                <a:moveTo>
                  <a:pt x="4024843" y="6542128"/>
                </a:moveTo>
                <a:lnTo>
                  <a:pt x="0" y="6542128"/>
                </a:lnTo>
                <a:lnTo>
                  <a:pt x="0" y="6446419"/>
                </a:lnTo>
                <a:lnTo>
                  <a:pt x="4023353" y="6446419"/>
                </a:lnTo>
                <a:cubicBezTo>
                  <a:pt x="4024098" y="6477009"/>
                  <a:pt x="4024098" y="6508811"/>
                  <a:pt x="4024843" y="6542128"/>
                </a:cubicBez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17"/>
          <p:cNvSpPr/>
          <p:nvPr/>
        </p:nvSpPr>
        <p:spPr>
          <a:xfrm>
            <a:off x="0" y="179347"/>
            <a:ext cx="2377134" cy="6542154"/>
          </a:xfrm>
          <a:custGeom>
            <a:rect b="b" l="l" r="r" t="t"/>
            <a:pathLst>
              <a:path extrusionOk="0" h="21600" w="21600">
                <a:moveTo>
                  <a:pt x="20920" y="13914"/>
                </a:moveTo>
                <a:cubicBezTo>
                  <a:pt x="20937" y="14019"/>
                  <a:pt x="20957" y="14125"/>
                  <a:pt x="20973" y="14230"/>
                </a:cubicBezTo>
                <a:lnTo>
                  <a:pt x="0" y="14230"/>
                </a:lnTo>
                <a:lnTo>
                  <a:pt x="0" y="13914"/>
                </a:lnTo>
                <a:lnTo>
                  <a:pt x="20920" y="13914"/>
                </a:lnTo>
                <a:close/>
                <a:moveTo>
                  <a:pt x="0" y="15554"/>
                </a:moveTo>
                <a:lnTo>
                  <a:pt x="0" y="15870"/>
                </a:lnTo>
                <a:lnTo>
                  <a:pt x="21211" y="15870"/>
                </a:lnTo>
                <a:cubicBezTo>
                  <a:pt x="21199" y="15765"/>
                  <a:pt x="21182" y="15659"/>
                  <a:pt x="21170" y="15554"/>
                </a:cubicBezTo>
                <a:lnTo>
                  <a:pt x="0" y="15554"/>
                </a:lnTo>
                <a:close/>
                <a:moveTo>
                  <a:pt x="0" y="14732"/>
                </a:moveTo>
                <a:lnTo>
                  <a:pt x="0" y="15048"/>
                </a:lnTo>
                <a:lnTo>
                  <a:pt x="21100" y="15048"/>
                </a:lnTo>
                <a:cubicBezTo>
                  <a:pt x="21084" y="14942"/>
                  <a:pt x="21068" y="14837"/>
                  <a:pt x="21055" y="14732"/>
                </a:cubicBezTo>
                <a:lnTo>
                  <a:pt x="0" y="14732"/>
                </a:lnTo>
                <a:close/>
                <a:moveTo>
                  <a:pt x="0" y="13096"/>
                </a:moveTo>
                <a:lnTo>
                  <a:pt x="0" y="13412"/>
                </a:lnTo>
                <a:lnTo>
                  <a:pt x="20838" y="13412"/>
                </a:lnTo>
                <a:cubicBezTo>
                  <a:pt x="20818" y="13307"/>
                  <a:pt x="20802" y="13201"/>
                  <a:pt x="20781" y="13096"/>
                </a:cubicBezTo>
                <a:lnTo>
                  <a:pt x="0" y="13096"/>
                </a:lnTo>
                <a:close/>
                <a:moveTo>
                  <a:pt x="0" y="12278"/>
                </a:moveTo>
                <a:lnTo>
                  <a:pt x="0" y="12594"/>
                </a:lnTo>
                <a:lnTo>
                  <a:pt x="20683" y="12594"/>
                </a:lnTo>
                <a:cubicBezTo>
                  <a:pt x="20662" y="12489"/>
                  <a:pt x="20642" y="12383"/>
                  <a:pt x="20621" y="12278"/>
                </a:cubicBezTo>
                <a:lnTo>
                  <a:pt x="0" y="12278"/>
                </a:lnTo>
                <a:close/>
                <a:moveTo>
                  <a:pt x="0" y="19644"/>
                </a:moveTo>
                <a:lnTo>
                  <a:pt x="0" y="19960"/>
                </a:lnTo>
                <a:lnTo>
                  <a:pt x="21555" y="19960"/>
                </a:lnTo>
                <a:cubicBezTo>
                  <a:pt x="21551" y="19854"/>
                  <a:pt x="21547" y="19749"/>
                  <a:pt x="21539" y="19644"/>
                </a:cubicBezTo>
                <a:lnTo>
                  <a:pt x="0" y="19644"/>
                </a:lnTo>
                <a:close/>
                <a:moveTo>
                  <a:pt x="0" y="11460"/>
                </a:moveTo>
                <a:lnTo>
                  <a:pt x="0" y="11776"/>
                </a:lnTo>
                <a:lnTo>
                  <a:pt x="20515" y="11776"/>
                </a:lnTo>
                <a:cubicBezTo>
                  <a:pt x="20490" y="11671"/>
                  <a:pt x="20470" y="11565"/>
                  <a:pt x="20445" y="11460"/>
                </a:cubicBezTo>
                <a:lnTo>
                  <a:pt x="0" y="11460"/>
                </a:lnTo>
                <a:close/>
                <a:moveTo>
                  <a:pt x="0" y="10642"/>
                </a:moveTo>
                <a:lnTo>
                  <a:pt x="0" y="10958"/>
                </a:lnTo>
                <a:lnTo>
                  <a:pt x="20331" y="10958"/>
                </a:lnTo>
                <a:cubicBezTo>
                  <a:pt x="20306" y="10853"/>
                  <a:pt x="20281" y="10747"/>
                  <a:pt x="20257" y="10642"/>
                </a:cubicBezTo>
                <a:lnTo>
                  <a:pt x="0" y="10642"/>
                </a:lnTo>
                <a:close/>
                <a:moveTo>
                  <a:pt x="0" y="20778"/>
                </a:moveTo>
                <a:lnTo>
                  <a:pt x="21584" y="20778"/>
                </a:lnTo>
                <a:cubicBezTo>
                  <a:pt x="21580" y="20672"/>
                  <a:pt x="21580" y="20567"/>
                  <a:pt x="21575" y="20462"/>
                </a:cubicBezTo>
                <a:lnTo>
                  <a:pt x="0" y="20462"/>
                </a:lnTo>
                <a:lnTo>
                  <a:pt x="0" y="20778"/>
                </a:lnTo>
                <a:close/>
                <a:moveTo>
                  <a:pt x="0" y="16372"/>
                </a:moveTo>
                <a:lnTo>
                  <a:pt x="0" y="16688"/>
                </a:lnTo>
                <a:lnTo>
                  <a:pt x="21309" y="16688"/>
                </a:lnTo>
                <a:cubicBezTo>
                  <a:pt x="21297" y="16583"/>
                  <a:pt x="21285" y="16477"/>
                  <a:pt x="21272" y="16372"/>
                </a:cubicBezTo>
                <a:lnTo>
                  <a:pt x="0" y="16372"/>
                </a:lnTo>
                <a:close/>
                <a:moveTo>
                  <a:pt x="0" y="18826"/>
                </a:moveTo>
                <a:lnTo>
                  <a:pt x="0" y="19142"/>
                </a:lnTo>
                <a:lnTo>
                  <a:pt x="21514" y="19142"/>
                </a:lnTo>
                <a:cubicBezTo>
                  <a:pt x="21506" y="19037"/>
                  <a:pt x="21502" y="18931"/>
                  <a:pt x="21494" y="18826"/>
                </a:cubicBezTo>
                <a:lnTo>
                  <a:pt x="0" y="18826"/>
                </a:lnTo>
                <a:close/>
                <a:moveTo>
                  <a:pt x="0" y="17190"/>
                </a:moveTo>
                <a:lnTo>
                  <a:pt x="0" y="17506"/>
                </a:lnTo>
                <a:lnTo>
                  <a:pt x="21391" y="17506"/>
                </a:lnTo>
                <a:cubicBezTo>
                  <a:pt x="21383" y="17401"/>
                  <a:pt x="21371" y="17295"/>
                  <a:pt x="21362" y="17190"/>
                </a:cubicBezTo>
                <a:lnTo>
                  <a:pt x="0" y="17190"/>
                </a:lnTo>
                <a:close/>
                <a:moveTo>
                  <a:pt x="0" y="18008"/>
                </a:moveTo>
                <a:lnTo>
                  <a:pt x="0" y="18324"/>
                </a:lnTo>
                <a:lnTo>
                  <a:pt x="21461" y="18324"/>
                </a:lnTo>
                <a:cubicBezTo>
                  <a:pt x="21453" y="18219"/>
                  <a:pt x="21444" y="18113"/>
                  <a:pt x="21436" y="18008"/>
                </a:cubicBezTo>
                <a:lnTo>
                  <a:pt x="0" y="18008"/>
                </a:lnTo>
                <a:close/>
                <a:moveTo>
                  <a:pt x="0" y="818"/>
                </a:moveTo>
                <a:lnTo>
                  <a:pt x="0" y="1134"/>
                </a:lnTo>
                <a:lnTo>
                  <a:pt x="16760" y="1134"/>
                </a:lnTo>
                <a:cubicBezTo>
                  <a:pt x="16703" y="1025"/>
                  <a:pt x="16645" y="919"/>
                  <a:pt x="16592" y="818"/>
                </a:cubicBezTo>
                <a:lnTo>
                  <a:pt x="0" y="818"/>
                </a:lnTo>
                <a:close/>
                <a:moveTo>
                  <a:pt x="0" y="4094"/>
                </a:moveTo>
                <a:lnTo>
                  <a:pt x="0" y="4410"/>
                </a:lnTo>
                <a:lnTo>
                  <a:pt x="18267" y="4410"/>
                </a:lnTo>
                <a:cubicBezTo>
                  <a:pt x="18222" y="4305"/>
                  <a:pt x="18181" y="4199"/>
                  <a:pt x="18136" y="4094"/>
                </a:cubicBezTo>
                <a:lnTo>
                  <a:pt x="0" y="4094"/>
                </a:lnTo>
                <a:close/>
                <a:moveTo>
                  <a:pt x="0" y="1636"/>
                </a:moveTo>
                <a:lnTo>
                  <a:pt x="0" y="1952"/>
                </a:lnTo>
                <a:lnTo>
                  <a:pt x="17174" y="1952"/>
                </a:lnTo>
                <a:cubicBezTo>
                  <a:pt x="17120" y="1843"/>
                  <a:pt x="17067" y="1737"/>
                  <a:pt x="17018" y="1636"/>
                </a:cubicBezTo>
                <a:lnTo>
                  <a:pt x="0" y="1636"/>
                </a:lnTo>
                <a:close/>
                <a:moveTo>
                  <a:pt x="0" y="3272"/>
                </a:moveTo>
                <a:lnTo>
                  <a:pt x="0" y="3588"/>
                </a:lnTo>
                <a:lnTo>
                  <a:pt x="17923" y="3588"/>
                </a:lnTo>
                <a:cubicBezTo>
                  <a:pt x="17878" y="3483"/>
                  <a:pt x="17833" y="3377"/>
                  <a:pt x="17784" y="3272"/>
                </a:cubicBezTo>
                <a:lnTo>
                  <a:pt x="0" y="3272"/>
                </a:lnTo>
                <a:close/>
                <a:moveTo>
                  <a:pt x="0" y="2454"/>
                </a:moveTo>
                <a:lnTo>
                  <a:pt x="0" y="2770"/>
                </a:lnTo>
                <a:lnTo>
                  <a:pt x="17563" y="2770"/>
                </a:lnTo>
                <a:cubicBezTo>
                  <a:pt x="17513" y="2660"/>
                  <a:pt x="17464" y="2555"/>
                  <a:pt x="17415" y="2454"/>
                </a:cubicBezTo>
                <a:lnTo>
                  <a:pt x="0" y="2454"/>
                </a:lnTo>
                <a:close/>
                <a:moveTo>
                  <a:pt x="0" y="0"/>
                </a:moveTo>
                <a:lnTo>
                  <a:pt x="0" y="316"/>
                </a:lnTo>
                <a:lnTo>
                  <a:pt x="16314" y="316"/>
                </a:lnTo>
                <a:cubicBezTo>
                  <a:pt x="16248" y="198"/>
                  <a:pt x="16187" y="93"/>
                  <a:pt x="16129" y="0"/>
                </a:cubicBezTo>
                <a:lnTo>
                  <a:pt x="0" y="0"/>
                </a:lnTo>
                <a:close/>
                <a:moveTo>
                  <a:pt x="21592" y="21284"/>
                </a:moveTo>
                <a:lnTo>
                  <a:pt x="0" y="21284"/>
                </a:lnTo>
                <a:lnTo>
                  <a:pt x="0" y="21600"/>
                </a:lnTo>
                <a:lnTo>
                  <a:pt x="21600" y="21600"/>
                </a:lnTo>
                <a:cubicBezTo>
                  <a:pt x="21596" y="21490"/>
                  <a:pt x="21596" y="21385"/>
                  <a:pt x="21592" y="21284"/>
                </a:cubicBezTo>
                <a:close/>
                <a:moveTo>
                  <a:pt x="0" y="6548"/>
                </a:moveTo>
                <a:lnTo>
                  <a:pt x="0" y="6864"/>
                </a:lnTo>
                <a:lnTo>
                  <a:pt x="19172" y="6864"/>
                </a:lnTo>
                <a:cubicBezTo>
                  <a:pt x="19135" y="6759"/>
                  <a:pt x="19102" y="6653"/>
                  <a:pt x="19065" y="6548"/>
                </a:cubicBezTo>
                <a:lnTo>
                  <a:pt x="0" y="6548"/>
                </a:lnTo>
                <a:close/>
                <a:moveTo>
                  <a:pt x="0" y="8184"/>
                </a:moveTo>
                <a:lnTo>
                  <a:pt x="0" y="8500"/>
                </a:lnTo>
                <a:lnTo>
                  <a:pt x="19684" y="8500"/>
                </a:lnTo>
                <a:cubicBezTo>
                  <a:pt x="19651" y="8395"/>
                  <a:pt x="19622" y="8289"/>
                  <a:pt x="19589" y="8184"/>
                </a:cubicBezTo>
                <a:lnTo>
                  <a:pt x="0" y="8184"/>
                </a:lnTo>
                <a:close/>
                <a:moveTo>
                  <a:pt x="0" y="7366"/>
                </a:moveTo>
                <a:lnTo>
                  <a:pt x="0" y="7682"/>
                </a:lnTo>
                <a:lnTo>
                  <a:pt x="19438" y="7682"/>
                </a:lnTo>
                <a:cubicBezTo>
                  <a:pt x="19405" y="7577"/>
                  <a:pt x="19372" y="7471"/>
                  <a:pt x="19336" y="7366"/>
                </a:cubicBezTo>
                <a:lnTo>
                  <a:pt x="0" y="7366"/>
                </a:lnTo>
                <a:close/>
                <a:moveTo>
                  <a:pt x="0" y="9002"/>
                </a:moveTo>
                <a:lnTo>
                  <a:pt x="0" y="9318"/>
                </a:lnTo>
                <a:lnTo>
                  <a:pt x="19917" y="9318"/>
                </a:lnTo>
                <a:cubicBezTo>
                  <a:pt x="19888" y="9213"/>
                  <a:pt x="19860" y="9107"/>
                  <a:pt x="19831" y="9002"/>
                </a:cubicBezTo>
                <a:lnTo>
                  <a:pt x="0" y="9002"/>
                </a:lnTo>
                <a:close/>
                <a:moveTo>
                  <a:pt x="0" y="5730"/>
                </a:moveTo>
                <a:lnTo>
                  <a:pt x="0" y="6046"/>
                </a:lnTo>
                <a:lnTo>
                  <a:pt x="18889" y="6046"/>
                </a:lnTo>
                <a:cubicBezTo>
                  <a:pt x="18852" y="5941"/>
                  <a:pt x="18811" y="5835"/>
                  <a:pt x="18775" y="5730"/>
                </a:cubicBezTo>
                <a:lnTo>
                  <a:pt x="0" y="5730"/>
                </a:lnTo>
                <a:close/>
                <a:moveTo>
                  <a:pt x="0" y="9824"/>
                </a:moveTo>
                <a:lnTo>
                  <a:pt x="0" y="10140"/>
                </a:lnTo>
                <a:lnTo>
                  <a:pt x="20130" y="10140"/>
                </a:lnTo>
                <a:cubicBezTo>
                  <a:pt x="20101" y="10035"/>
                  <a:pt x="20077" y="9929"/>
                  <a:pt x="20048" y="9824"/>
                </a:cubicBezTo>
                <a:lnTo>
                  <a:pt x="0" y="9824"/>
                </a:lnTo>
                <a:close/>
                <a:moveTo>
                  <a:pt x="0" y="4912"/>
                </a:moveTo>
                <a:lnTo>
                  <a:pt x="0" y="5228"/>
                </a:lnTo>
                <a:lnTo>
                  <a:pt x="18586" y="5228"/>
                </a:lnTo>
                <a:cubicBezTo>
                  <a:pt x="18545" y="5123"/>
                  <a:pt x="18504" y="5017"/>
                  <a:pt x="18463" y="4912"/>
                </a:cubicBezTo>
                <a:lnTo>
                  <a:pt x="0" y="4912"/>
                </a:ln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17"/>
          <p:cNvSpPr/>
          <p:nvPr/>
        </p:nvSpPr>
        <p:spPr>
          <a:xfrm>
            <a:off x="0" y="5363553"/>
            <a:ext cx="12192000" cy="1494447"/>
          </a:xfrm>
          <a:custGeom>
            <a:rect b="b" l="l" r="r" t="t"/>
            <a:pathLst>
              <a:path extrusionOk="0" h="1494447" w="12192000">
                <a:moveTo>
                  <a:pt x="12192000" y="0"/>
                </a:moveTo>
                <a:lnTo>
                  <a:pt x="12192000" y="1494447"/>
                </a:lnTo>
                <a:lnTo>
                  <a:pt x="0" y="1494447"/>
                </a:lnTo>
                <a:lnTo>
                  <a:pt x="0" y="882485"/>
                </a:lnTo>
                <a:cubicBezTo>
                  <a:pt x="0" y="882485"/>
                  <a:pt x="4342904" y="299907"/>
                  <a:pt x="8982391" y="81440"/>
                </a:cubicBezTo>
                <a:lnTo>
                  <a:pt x="9434054" y="63139"/>
                </a:lnTo>
                <a:lnTo>
                  <a:pt x="9553427" y="185135"/>
                </a:lnTo>
                <a:cubicBezTo>
                  <a:pt x="9994194" y="618614"/>
                  <a:pt x="10410775" y="904193"/>
                  <a:pt x="10719430" y="863813"/>
                </a:cubicBezTo>
                <a:cubicBezTo>
                  <a:pt x="10996634" y="827128"/>
                  <a:pt x="11209599" y="523981"/>
                  <a:pt x="11359883" y="73796"/>
                </a:cubicBezTo>
                <a:lnTo>
                  <a:pt x="11380043" y="7578"/>
                </a:lnTo>
                <a:close/>
              </a:path>
            </a:pathLst>
          </a:custGeom>
          <a:solidFill>
            <a:schemeClr val="dk2"/>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17"/>
          <p:cNvSpPr/>
          <p:nvPr/>
        </p:nvSpPr>
        <p:spPr>
          <a:xfrm>
            <a:off x="8726677" y="5088940"/>
            <a:ext cx="1235868" cy="1112211"/>
          </a:xfrm>
          <a:custGeom>
            <a:rect b="b" l="l" r="r" t="t"/>
            <a:pathLst>
              <a:path extrusionOk="0" h="1112211" w="1235868">
                <a:moveTo>
                  <a:pt x="396346" y="0"/>
                </a:moveTo>
                <a:lnTo>
                  <a:pt x="444980" y="56126"/>
                </a:lnTo>
                <a:cubicBezTo>
                  <a:pt x="700838" y="343817"/>
                  <a:pt x="956611" y="599825"/>
                  <a:pt x="1196674" y="790928"/>
                </a:cubicBezTo>
                <a:lnTo>
                  <a:pt x="1235868" y="819878"/>
                </a:lnTo>
                <a:lnTo>
                  <a:pt x="1235578" y="822359"/>
                </a:lnTo>
                <a:cubicBezTo>
                  <a:pt x="1222835" y="869703"/>
                  <a:pt x="1196364" y="906666"/>
                  <a:pt x="1153694" y="928160"/>
                </a:cubicBezTo>
                <a:cubicBezTo>
                  <a:pt x="812330" y="1100111"/>
                  <a:pt x="-44929" y="1290994"/>
                  <a:pt x="1841" y="792814"/>
                </a:cubicBezTo>
                <a:cubicBezTo>
                  <a:pt x="48611" y="293456"/>
                  <a:pt x="333080" y="46880"/>
                  <a:pt x="333080" y="46880"/>
                </a:cubicBezTo>
                <a:close/>
              </a:path>
            </a:pathLst>
          </a:custGeom>
          <a:solidFill>
            <a:schemeClr val="accent4"/>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17"/>
          <p:cNvSpPr txBox="1"/>
          <p:nvPr>
            <p:ph type="title"/>
          </p:nvPr>
        </p:nvSpPr>
        <p:spPr>
          <a:xfrm>
            <a:off x="838200" y="365125"/>
            <a:ext cx="667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Other Characters</a:t>
            </a:r>
            <a:endParaRPr/>
          </a:p>
        </p:txBody>
      </p:sp>
      <p:sp>
        <p:nvSpPr>
          <p:cNvPr id="239" name="Google Shape;239;p17"/>
          <p:cNvSpPr txBox="1"/>
          <p:nvPr>
            <p:ph idx="1" type="body"/>
          </p:nvPr>
        </p:nvSpPr>
        <p:spPr>
          <a:xfrm>
            <a:off x="838200" y="1825625"/>
            <a:ext cx="6678000" cy="35379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Tutorial Character - Mrs. Blossom</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Clr>
                <a:schemeClr val="dk1"/>
              </a:buClr>
              <a:buSzPts val="2800"/>
              <a:buChar char="•"/>
            </a:pPr>
            <a:r>
              <a:rPr lang="en-US"/>
              <a:t>First Enemy - Computer Minion</a:t>
            </a:r>
            <a:endParaRPr/>
          </a:p>
        </p:txBody>
      </p:sp>
      <p:pic>
        <p:nvPicPr>
          <p:cNvPr id="240" name="Google Shape;240;p17"/>
          <p:cNvPicPr preferRelativeResize="0"/>
          <p:nvPr/>
        </p:nvPicPr>
        <p:blipFill>
          <a:blip r:embed="rId3">
            <a:alphaModFix/>
          </a:blip>
          <a:stretch>
            <a:fillRect/>
          </a:stretch>
        </p:blipFill>
        <p:spPr>
          <a:xfrm>
            <a:off x="7360176" y="365126"/>
            <a:ext cx="4831826" cy="48318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F0"/>
        </a:solidFill>
      </p:bgPr>
    </p:bg>
    <p:spTree>
      <p:nvGrpSpPr>
        <p:cNvPr id="245" name="Shape 245"/>
        <p:cNvGrpSpPr/>
        <p:nvPr/>
      </p:nvGrpSpPr>
      <p:grpSpPr>
        <a:xfrm>
          <a:off x="0" y="0"/>
          <a:ext cx="0" cy="0"/>
          <a:chOff x="0" y="0"/>
          <a:chExt cx="0" cy="0"/>
        </a:xfrm>
      </p:grpSpPr>
      <p:sp>
        <p:nvSpPr>
          <p:cNvPr id="246" name="Google Shape;246;p18"/>
          <p:cNvSpPr/>
          <p:nvPr/>
        </p:nvSpPr>
        <p:spPr>
          <a:xfrm>
            <a:off x="0" y="0"/>
            <a:ext cx="12192000" cy="6858000"/>
          </a:xfrm>
          <a:custGeom>
            <a:rect b="b" l="l" r="r" t="t"/>
            <a:pathLst>
              <a:path extrusionOk="0" h="6858000" w="12192000">
                <a:moveTo>
                  <a:pt x="9568416" y="547643"/>
                </a:moveTo>
                <a:cubicBezTo>
                  <a:pt x="9268593" y="535638"/>
                  <a:pt x="8961495" y="596232"/>
                  <a:pt x="8674301" y="738057"/>
                </a:cubicBezTo>
                <a:cubicBezTo>
                  <a:pt x="7956009" y="1092035"/>
                  <a:pt x="6963613" y="1692816"/>
                  <a:pt x="6449142" y="2491723"/>
                </a:cubicBezTo>
                <a:cubicBezTo>
                  <a:pt x="5582975" y="3834509"/>
                  <a:pt x="9480869" y="5220257"/>
                  <a:pt x="10779136" y="4527383"/>
                </a:cubicBezTo>
                <a:cubicBezTo>
                  <a:pt x="11574459" y="4102564"/>
                  <a:pt x="11655425" y="2657400"/>
                  <a:pt x="11152199" y="1589067"/>
                </a:cubicBezTo>
                <a:cubicBezTo>
                  <a:pt x="10852424" y="951838"/>
                  <a:pt x="10228027" y="574053"/>
                  <a:pt x="9568416" y="547643"/>
                </a:cubicBez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 name="Google Shape;247;p18"/>
          <p:cNvSpPr/>
          <p:nvPr/>
        </p:nvSpPr>
        <p:spPr>
          <a:xfrm rot="10800000">
            <a:off x="8167157" y="179347"/>
            <a:ext cx="4024843" cy="6542128"/>
          </a:xfrm>
          <a:custGeom>
            <a:rect b="b" l="l" r="r" t="t"/>
            <a:pathLst>
              <a:path extrusionOk="0" h="6542128" w="4024843">
                <a:moveTo>
                  <a:pt x="3039874" y="95709"/>
                </a:moveTo>
                <a:lnTo>
                  <a:pt x="0" y="95709"/>
                </a:lnTo>
                <a:lnTo>
                  <a:pt x="0" y="0"/>
                </a:lnTo>
                <a:lnTo>
                  <a:pt x="3005402" y="0"/>
                </a:lnTo>
                <a:cubicBezTo>
                  <a:pt x="3016210" y="28168"/>
                  <a:pt x="3027576" y="59970"/>
                  <a:pt x="3039874" y="95709"/>
                </a:cubicBezTo>
                <a:close/>
                <a:moveTo>
                  <a:pt x="3122980" y="343462"/>
                </a:moveTo>
                <a:lnTo>
                  <a:pt x="0" y="343462"/>
                </a:lnTo>
                <a:lnTo>
                  <a:pt x="0" y="247753"/>
                </a:lnTo>
                <a:lnTo>
                  <a:pt x="3091676" y="247753"/>
                </a:lnTo>
                <a:cubicBezTo>
                  <a:pt x="3101552" y="278344"/>
                  <a:pt x="3112359" y="310448"/>
                  <a:pt x="3122980" y="343462"/>
                </a:cubicBezTo>
                <a:close/>
                <a:moveTo>
                  <a:pt x="3200123" y="591215"/>
                </a:moveTo>
                <a:lnTo>
                  <a:pt x="0" y="591215"/>
                </a:lnTo>
                <a:lnTo>
                  <a:pt x="0" y="495506"/>
                </a:lnTo>
                <a:lnTo>
                  <a:pt x="3171054" y="495506"/>
                </a:lnTo>
                <a:cubicBezTo>
                  <a:pt x="3180185" y="526096"/>
                  <a:pt x="3190061" y="558201"/>
                  <a:pt x="3200123" y="591215"/>
                </a:cubicBezTo>
                <a:close/>
                <a:moveTo>
                  <a:pt x="3272607" y="838968"/>
                </a:moveTo>
                <a:lnTo>
                  <a:pt x="0" y="838968"/>
                </a:lnTo>
                <a:lnTo>
                  <a:pt x="0" y="743259"/>
                </a:lnTo>
                <a:lnTo>
                  <a:pt x="3245030" y="743259"/>
                </a:lnTo>
                <a:cubicBezTo>
                  <a:pt x="3254160" y="773849"/>
                  <a:pt x="3263290" y="805651"/>
                  <a:pt x="3272607" y="838968"/>
                </a:cubicBezTo>
                <a:close/>
                <a:moveTo>
                  <a:pt x="3339688" y="1086720"/>
                </a:moveTo>
                <a:lnTo>
                  <a:pt x="0" y="1086720"/>
                </a:lnTo>
                <a:lnTo>
                  <a:pt x="0" y="991011"/>
                </a:lnTo>
                <a:lnTo>
                  <a:pt x="3313788" y="991011"/>
                </a:lnTo>
                <a:cubicBezTo>
                  <a:pt x="3322918" y="1022813"/>
                  <a:pt x="3331303" y="1054918"/>
                  <a:pt x="3339688" y="1086720"/>
                </a:cubicBezTo>
                <a:close/>
                <a:moveTo>
                  <a:pt x="3403787" y="1335685"/>
                </a:moveTo>
                <a:lnTo>
                  <a:pt x="0" y="1335685"/>
                </a:lnTo>
                <a:lnTo>
                  <a:pt x="0" y="1239976"/>
                </a:lnTo>
                <a:lnTo>
                  <a:pt x="3379378" y="1239976"/>
                </a:lnTo>
                <a:cubicBezTo>
                  <a:pt x="3387762" y="1271778"/>
                  <a:pt x="3395402" y="1303883"/>
                  <a:pt x="3403787" y="1335685"/>
                </a:cubicBezTo>
                <a:close/>
                <a:moveTo>
                  <a:pt x="3463228" y="1583437"/>
                </a:moveTo>
                <a:lnTo>
                  <a:pt x="0" y="1583437"/>
                </a:lnTo>
                <a:lnTo>
                  <a:pt x="0" y="1487729"/>
                </a:lnTo>
                <a:lnTo>
                  <a:pt x="3440309" y="1487729"/>
                </a:lnTo>
                <a:cubicBezTo>
                  <a:pt x="3447949" y="1519531"/>
                  <a:pt x="3455588" y="1551635"/>
                  <a:pt x="3463228" y="1583437"/>
                </a:cubicBezTo>
                <a:close/>
                <a:moveTo>
                  <a:pt x="3519688" y="1831190"/>
                </a:moveTo>
                <a:lnTo>
                  <a:pt x="0" y="1831190"/>
                </a:lnTo>
                <a:lnTo>
                  <a:pt x="0" y="1735481"/>
                </a:lnTo>
                <a:lnTo>
                  <a:pt x="3498446" y="1735481"/>
                </a:lnTo>
                <a:cubicBezTo>
                  <a:pt x="3505154" y="1767283"/>
                  <a:pt x="3512794" y="1799388"/>
                  <a:pt x="3519688" y="1831190"/>
                </a:cubicBezTo>
                <a:close/>
                <a:moveTo>
                  <a:pt x="3572421" y="2078943"/>
                </a:moveTo>
                <a:lnTo>
                  <a:pt x="3106182" y="2078943"/>
                </a:lnTo>
                <a:lnTo>
                  <a:pt x="2961358" y="2055547"/>
                </a:lnTo>
                <a:cubicBezTo>
                  <a:pt x="2552969" y="1997698"/>
                  <a:pt x="2163162" y="1991947"/>
                  <a:pt x="1840479" y="2052281"/>
                </a:cubicBezTo>
                <a:lnTo>
                  <a:pt x="1724452" y="2078943"/>
                </a:lnTo>
                <a:lnTo>
                  <a:pt x="0" y="2078943"/>
                </a:lnTo>
                <a:lnTo>
                  <a:pt x="0" y="1983234"/>
                </a:lnTo>
                <a:lnTo>
                  <a:pt x="3552483" y="1983234"/>
                </a:lnTo>
                <a:cubicBezTo>
                  <a:pt x="3559377" y="2015036"/>
                  <a:pt x="3565526" y="2047141"/>
                  <a:pt x="3572421" y="2078943"/>
                </a:cubicBezTo>
                <a:close/>
                <a:moveTo>
                  <a:pt x="1226693" y="2326696"/>
                </a:moveTo>
                <a:lnTo>
                  <a:pt x="0" y="2326696"/>
                </a:lnTo>
                <a:lnTo>
                  <a:pt x="0" y="2230987"/>
                </a:lnTo>
                <a:lnTo>
                  <a:pt x="1355953" y="2230987"/>
                </a:lnTo>
                <a:lnTo>
                  <a:pt x="1272081" y="2285362"/>
                </a:lnTo>
                <a:close/>
                <a:moveTo>
                  <a:pt x="1013825" y="2574449"/>
                </a:moveTo>
                <a:lnTo>
                  <a:pt x="0" y="2574449"/>
                </a:lnTo>
                <a:lnTo>
                  <a:pt x="0" y="2478740"/>
                </a:lnTo>
                <a:lnTo>
                  <a:pt x="1082749" y="2478740"/>
                </a:lnTo>
                <a:lnTo>
                  <a:pt x="1039979" y="2531457"/>
                </a:lnTo>
                <a:close/>
                <a:moveTo>
                  <a:pt x="884592" y="2822201"/>
                </a:moveTo>
                <a:lnTo>
                  <a:pt x="0" y="2822201"/>
                </a:lnTo>
                <a:lnTo>
                  <a:pt x="0" y="2726493"/>
                </a:lnTo>
                <a:lnTo>
                  <a:pt x="928128" y="2726493"/>
                </a:lnTo>
                <a:close/>
                <a:moveTo>
                  <a:pt x="802836" y="3071166"/>
                </a:moveTo>
                <a:lnTo>
                  <a:pt x="0" y="3071166"/>
                </a:lnTo>
                <a:lnTo>
                  <a:pt x="0" y="2975457"/>
                </a:lnTo>
                <a:lnTo>
                  <a:pt x="830375" y="2975457"/>
                </a:lnTo>
                <a:lnTo>
                  <a:pt x="812631" y="3028792"/>
                </a:lnTo>
                <a:close/>
                <a:moveTo>
                  <a:pt x="754173" y="3318919"/>
                </a:moveTo>
                <a:lnTo>
                  <a:pt x="0" y="3318919"/>
                </a:lnTo>
                <a:lnTo>
                  <a:pt x="0" y="3223210"/>
                </a:lnTo>
                <a:lnTo>
                  <a:pt x="767920" y="3223210"/>
                </a:lnTo>
                <a:close/>
                <a:moveTo>
                  <a:pt x="729881" y="3566671"/>
                </a:moveTo>
                <a:lnTo>
                  <a:pt x="0" y="3566671"/>
                </a:lnTo>
                <a:lnTo>
                  <a:pt x="0" y="3470962"/>
                </a:lnTo>
                <a:lnTo>
                  <a:pt x="736160" y="3470962"/>
                </a:lnTo>
                <a:close/>
                <a:moveTo>
                  <a:pt x="726802" y="3814424"/>
                </a:moveTo>
                <a:lnTo>
                  <a:pt x="0" y="3814424"/>
                </a:lnTo>
                <a:lnTo>
                  <a:pt x="0" y="3718715"/>
                </a:lnTo>
                <a:lnTo>
                  <a:pt x="726212" y="3718715"/>
                </a:lnTo>
                <a:close/>
                <a:moveTo>
                  <a:pt x="743082" y="4062177"/>
                </a:moveTo>
                <a:lnTo>
                  <a:pt x="0" y="4062177"/>
                </a:lnTo>
                <a:lnTo>
                  <a:pt x="0" y="3966468"/>
                </a:lnTo>
                <a:lnTo>
                  <a:pt x="735983" y="3966468"/>
                </a:lnTo>
                <a:close/>
                <a:moveTo>
                  <a:pt x="779664" y="4309929"/>
                </a:moveTo>
                <a:lnTo>
                  <a:pt x="0" y="4309929"/>
                </a:lnTo>
                <a:lnTo>
                  <a:pt x="0" y="4214221"/>
                </a:lnTo>
                <a:lnTo>
                  <a:pt x="764382" y="4214221"/>
                </a:lnTo>
                <a:lnTo>
                  <a:pt x="773951" y="4282333"/>
                </a:lnTo>
                <a:close/>
                <a:moveTo>
                  <a:pt x="834852" y="4557683"/>
                </a:moveTo>
                <a:lnTo>
                  <a:pt x="0" y="4557683"/>
                </a:lnTo>
                <a:lnTo>
                  <a:pt x="0" y="4461974"/>
                </a:lnTo>
                <a:lnTo>
                  <a:pt x="811142" y="4461974"/>
                </a:lnTo>
                <a:lnTo>
                  <a:pt x="819208" y="4500937"/>
                </a:lnTo>
                <a:close/>
                <a:moveTo>
                  <a:pt x="910025" y="4806647"/>
                </a:moveTo>
                <a:lnTo>
                  <a:pt x="0" y="4806647"/>
                </a:lnTo>
                <a:lnTo>
                  <a:pt x="0" y="4710938"/>
                </a:lnTo>
                <a:lnTo>
                  <a:pt x="877100" y="4710938"/>
                </a:lnTo>
                <a:lnTo>
                  <a:pt x="878730" y="4716848"/>
                </a:lnTo>
                <a:close/>
                <a:moveTo>
                  <a:pt x="1006414" y="5054399"/>
                </a:moveTo>
                <a:lnTo>
                  <a:pt x="0" y="5054399"/>
                </a:lnTo>
                <a:lnTo>
                  <a:pt x="0" y="4958690"/>
                </a:lnTo>
                <a:lnTo>
                  <a:pt x="965450" y="4958690"/>
                </a:lnTo>
                <a:close/>
                <a:moveTo>
                  <a:pt x="1132224" y="5302153"/>
                </a:moveTo>
                <a:lnTo>
                  <a:pt x="0" y="5302153"/>
                </a:lnTo>
                <a:lnTo>
                  <a:pt x="0" y="5206443"/>
                </a:lnTo>
                <a:lnTo>
                  <a:pt x="1077921" y="5206443"/>
                </a:lnTo>
                <a:lnTo>
                  <a:pt x="1099742" y="5248826"/>
                </a:lnTo>
                <a:close/>
                <a:moveTo>
                  <a:pt x="1313056" y="5549905"/>
                </a:moveTo>
                <a:lnTo>
                  <a:pt x="0" y="5549905"/>
                </a:lnTo>
                <a:lnTo>
                  <a:pt x="0" y="5454196"/>
                </a:lnTo>
                <a:lnTo>
                  <a:pt x="1239755" y="5454196"/>
                </a:lnTo>
                <a:close/>
                <a:moveTo>
                  <a:pt x="1583046" y="5797658"/>
                </a:moveTo>
                <a:lnTo>
                  <a:pt x="0" y="5797658"/>
                </a:lnTo>
                <a:lnTo>
                  <a:pt x="0" y="5701949"/>
                </a:lnTo>
                <a:lnTo>
                  <a:pt x="1465125" y="5701949"/>
                </a:lnTo>
                <a:lnTo>
                  <a:pt x="1498736" y="5734990"/>
                </a:lnTo>
                <a:close/>
                <a:moveTo>
                  <a:pt x="4008819" y="5797658"/>
                </a:moveTo>
                <a:lnTo>
                  <a:pt x="3872574" y="5797658"/>
                </a:lnTo>
                <a:lnTo>
                  <a:pt x="4005909" y="5722940"/>
                </a:lnTo>
                <a:close/>
                <a:moveTo>
                  <a:pt x="2026477" y="6045411"/>
                </a:moveTo>
                <a:lnTo>
                  <a:pt x="0" y="6045411"/>
                </a:lnTo>
                <a:lnTo>
                  <a:pt x="0" y="5949702"/>
                </a:lnTo>
                <a:lnTo>
                  <a:pt x="1819145" y="5949702"/>
                </a:lnTo>
                <a:lnTo>
                  <a:pt x="1911639" y="6000732"/>
                </a:lnTo>
                <a:close/>
                <a:moveTo>
                  <a:pt x="4016458" y="6045411"/>
                </a:moveTo>
                <a:lnTo>
                  <a:pt x="3369155" y="6045411"/>
                </a:lnTo>
                <a:lnTo>
                  <a:pt x="3517699" y="5983418"/>
                </a:lnTo>
                <a:lnTo>
                  <a:pt x="3583333" y="5949702"/>
                </a:lnTo>
                <a:lnTo>
                  <a:pt x="4013477" y="5949702"/>
                </a:lnTo>
                <a:cubicBezTo>
                  <a:pt x="4014968" y="5981504"/>
                  <a:pt x="4015713" y="6013306"/>
                  <a:pt x="4016458" y="6045411"/>
                </a:cubicBezTo>
                <a:close/>
                <a:moveTo>
                  <a:pt x="4021862" y="6293163"/>
                </a:moveTo>
                <a:lnTo>
                  <a:pt x="0" y="6293163"/>
                </a:lnTo>
                <a:lnTo>
                  <a:pt x="0" y="6197455"/>
                </a:lnTo>
                <a:lnTo>
                  <a:pt x="4020185" y="6197455"/>
                </a:lnTo>
                <a:cubicBezTo>
                  <a:pt x="4021117" y="6229257"/>
                  <a:pt x="4021117" y="6261059"/>
                  <a:pt x="4021862" y="6293163"/>
                </a:cubicBezTo>
                <a:close/>
                <a:moveTo>
                  <a:pt x="4024843" y="6542128"/>
                </a:moveTo>
                <a:lnTo>
                  <a:pt x="0" y="6542128"/>
                </a:lnTo>
                <a:lnTo>
                  <a:pt x="0" y="6446419"/>
                </a:lnTo>
                <a:lnTo>
                  <a:pt x="4023353" y="6446419"/>
                </a:lnTo>
                <a:cubicBezTo>
                  <a:pt x="4024098" y="6477009"/>
                  <a:pt x="4024098" y="6508811"/>
                  <a:pt x="4024843" y="6542128"/>
                </a:cubicBez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18"/>
          <p:cNvSpPr/>
          <p:nvPr/>
        </p:nvSpPr>
        <p:spPr>
          <a:xfrm>
            <a:off x="-1" y="179347"/>
            <a:ext cx="4024843" cy="6542128"/>
          </a:xfrm>
          <a:custGeom>
            <a:rect b="b" l="l" r="r" t="t"/>
            <a:pathLst>
              <a:path extrusionOk="0" h="21600" w="21600">
                <a:moveTo>
                  <a:pt x="20920" y="13914"/>
                </a:moveTo>
                <a:cubicBezTo>
                  <a:pt x="20937" y="14019"/>
                  <a:pt x="20957" y="14125"/>
                  <a:pt x="20973" y="14230"/>
                </a:cubicBezTo>
                <a:lnTo>
                  <a:pt x="0" y="14230"/>
                </a:lnTo>
                <a:lnTo>
                  <a:pt x="0" y="13914"/>
                </a:lnTo>
                <a:lnTo>
                  <a:pt x="20920" y="13914"/>
                </a:lnTo>
                <a:close/>
                <a:moveTo>
                  <a:pt x="0" y="15554"/>
                </a:moveTo>
                <a:lnTo>
                  <a:pt x="0" y="15870"/>
                </a:lnTo>
                <a:lnTo>
                  <a:pt x="21211" y="15870"/>
                </a:lnTo>
                <a:cubicBezTo>
                  <a:pt x="21199" y="15765"/>
                  <a:pt x="21182" y="15659"/>
                  <a:pt x="21170" y="15554"/>
                </a:cubicBezTo>
                <a:lnTo>
                  <a:pt x="0" y="15554"/>
                </a:lnTo>
                <a:close/>
                <a:moveTo>
                  <a:pt x="0" y="14732"/>
                </a:moveTo>
                <a:lnTo>
                  <a:pt x="0" y="15048"/>
                </a:lnTo>
                <a:lnTo>
                  <a:pt x="21100" y="15048"/>
                </a:lnTo>
                <a:cubicBezTo>
                  <a:pt x="21084" y="14942"/>
                  <a:pt x="21068" y="14837"/>
                  <a:pt x="21055" y="14732"/>
                </a:cubicBezTo>
                <a:lnTo>
                  <a:pt x="0" y="14732"/>
                </a:lnTo>
                <a:close/>
                <a:moveTo>
                  <a:pt x="0" y="13096"/>
                </a:moveTo>
                <a:lnTo>
                  <a:pt x="0" y="13412"/>
                </a:lnTo>
                <a:lnTo>
                  <a:pt x="20838" y="13412"/>
                </a:lnTo>
                <a:cubicBezTo>
                  <a:pt x="20818" y="13307"/>
                  <a:pt x="20802" y="13201"/>
                  <a:pt x="20781" y="13096"/>
                </a:cubicBezTo>
                <a:lnTo>
                  <a:pt x="0" y="13096"/>
                </a:lnTo>
                <a:close/>
                <a:moveTo>
                  <a:pt x="0" y="12278"/>
                </a:moveTo>
                <a:lnTo>
                  <a:pt x="0" y="12594"/>
                </a:lnTo>
                <a:lnTo>
                  <a:pt x="20683" y="12594"/>
                </a:lnTo>
                <a:cubicBezTo>
                  <a:pt x="20662" y="12489"/>
                  <a:pt x="20642" y="12383"/>
                  <a:pt x="20621" y="12278"/>
                </a:cubicBezTo>
                <a:lnTo>
                  <a:pt x="0" y="12278"/>
                </a:lnTo>
                <a:close/>
                <a:moveTo>
                  <a:pt x="0" y="19644"/>
                </a:moveTo>
                <a:lnTo>
                  <a:pt x="0" y="19960"/>
                </a:lnTo>
                <a:lnTo>
                  <a:pt x="21555" y="19960"/>
                </a:lnTo>
                <a:cubicBezTo>
                  <a:pt x="21551" y="19854"/>
                  <a:pt x="21547" y="19749"/>
                  <a:pt x="21539" y="19644"/>
                </a:cubicBezTo>
                <a:lnTo>
                  <a:pt x="0" y="19644"/>
                </a:lnTo>
                <a:close/>
                <a:moveTo>
                  <a:pt x="0" y="11460"/>
                </a:moveTo>
                <a:lnTo>
                  <a:pt x="0" y="11776"/>
                </a:lnTo>
                <a:lnTo>
                  <a:pt x="20515" y="11776"/>
                </a:lnTo>
                <a:cubicBezTo>
                  <a:pt x="20490" y="11671"/>
                  <a:pt x="20470" y="11565"/>
                  <a:pt x="20445" y="11460"/>
                </a:cubicBezTo>
                <a:lnTo>
                  <a:pt x="0" y="11460"/>
                </a:lnTo>
                <a:close/>
                <a:moveTo>
                  <a:pt x="0" y="10642"/>
                </a:moveTo>
                <a:lnTo>
                  <a:pt x="0" y="10958"/>
                </a:lnTo>
                <a:lnTo>
                  <a:pt x="20331" y="10958"/>
                </a:lnTo>
                <a:cubicBezTo>
                  <a:pt x="20306" y="10853"/>
                  <a:pt x="20281" y="10747"/>
                  <a:pt x="20257" y="10642"/>
                </a:cubicBezTo>
                <a:lnTo>
                  <a:pt x="0" y="10642"/>
                </a:lnTo>
                <a:close/>
                <a:moveTo>
                  <a:pt x="0" y="20778"/>
                </a:moveTo>
                <a:lnTo>
                  <a:pt x="21584" y="20778"/>
                </a:lnTo>
                <a:cubicBezTo>
                  <a:pt x="21580" y="20672"/>
                  <a:pt x="21580" y="20567"/>
                  <a:pt x="21575" y="20462"/>
                </a:cubicBezTo>
                <a:lnTo>
                  <a:pt x="0" y="20462"/>
                </a:lnTo>
                <a:lnTo>
                  <a:pt x="0" y="20778"/>
                </a:lnTo>
                <a:close/>
                <a:moveTo>
                  <a:pt x="0" y="16372"/>
                </a:moveTo>
                <a:lnTo>
                  <a:pt x="0" y="16688"/>
                </a:lnTo>
                <a:lnTo>
                  <a:pt x="21309" y="16688"/>
                </a:lnTo>
                <a:cubicBezTo>
                  <a:pt x="21297" y="16583"/>
                  <a:pt x="21285" y="16477"/>
                  <a:pt x="21272" y="16372"/>
                </a:cubicBezTo>
                <a:lnTo>
                  <a:pt x="0" y="16372"/>
                </a:lnTo>
                <a:close/>
                <a:moveTo>
                  <a:pt x="0" y="18826"/>
                </a:moveTo>
                <a:lnTo>
                  <a:pt x="0" y="19142"/>
                </a:lnTo>
                <a:lnTo>
                  <a:pt x="21514" y="19142"/>
                </a:lnTo>
                <a:cubicBezTo>
                  <a:pt x="21506" y="19037"/>
                  <a:pt x="21502" y="18931"/>
                  <a:pt x="21494" y="18826"/>
                </a:cubicBezTo>
                <a:lnTo>
                  <a:pt x="0" y="18826"/>
                </a:lnTo>
                <a:close/>
                <a:moveTo>
                  <a:pt x="0" y="17190"/>
                </a:moveTo>
                <a:lnTo>
                  <a:pt x="0" y="17506"/>
                </a:lnTo>
                <a:lnTo>
                  <a:pt x="21391" y="17506"/>
                </a:lnTo>
                <a:cubicBezTo>
                  <a:pt x="21383" y="17401"/>
                  <a:pt x="21371" y="17295"/>
                  <a:pt x="21362" y="17190"/>
                </a:cubicBezTo>
                <a:lnTo>
                  <a:pt x="0" y="17190"/>
                </a:lnTo>
                <a:close/>
                <a:moveTo>
                  <a:pt x="0" y="18008"/>
                </a:moveTo>
                <a:lnTo>
                  <a:pt x="0" y="18324"/>
                </a:lnTo>
                <a:lnTo>
                  <a:pt x="21461" y="18324"/>
                </a:lnTo>
                <a:cubicBezTo>
                  <a:pt x="21453" y="18219"/>
                  <a:pt x="21444" y="18113"/>
                  <a:pt x="21436" y="18008"/>
                </a:cubicBezTo>
                <a:lnTo>
                  <a:pt x="0" y="18008"/>
                </a:lnTo>
                <a:close/>
                <a:moveTo>
                  <a:pt x="0" y="818"/>
                </a:moveTo>
                <a:lnTo>
                  <a:pt x="0" y="1134"/>
                </a:lnTo>
                <a:lnTo>
                  <a:pt x="16760" y="1134"/>
                </a:lnTo>
                <a:cubicBezTo>
                  <a:pt x="16703" y="1025"/>
                  <a:pt x="16645" y="919"/>
                  <a:pt x="16592" y="818"/>
                </a:cubicBezTo>
                <a:lnTo>
                  <a:pt x="0" y="818"/>
                </a:lnTo>
                <a:close/>
                <a:moveTo>
                  <a:pt x="0" y="4094"/>
                </a:moveTo>
                <a:lnTo>
                  <a:pt x="0" y="4410"/>
                </a:lnTo>
                <a:lnTo>
                  <a:pt x="18267" y="4410"/>
                </a:lnTo>
                <a:cubicBezTo>
                  <a:pt x="18222" y="4305"/>
                  <a:pt x="18181" y="4199"/>
                  <a:pt x="18136" y="4094"/>
                </a:cubicBezTo>
                <a:lnTo>
                  <a:pt x="0" y="4094"/>
                </a:lnTo>
                <a:close/>
                <a:moveTo>
                  <a:pt x="0" y="1636"/>
                </a:moveTo>
                <a:lnTo>
                  <a:pt x="0" y="1952"/>
                </a:lnTo>
                <a:lnTo>
                  <a:pt x="17174" y="1952"/>
                </a:lnTo>
                <a:cubicBezTo>
                  <a:pt x="17120" y="1843"/>
                  <a:pt x="17067" y="1737"/>
                  <a:pt x="17018" y="1636"/>
                </a:cubicBezTo>
                <a:lnTo>
                  <a:pt x="0" y="1636"/>
                </a:lnTo>
                <a:close/>
                <a:moveTo>
                  <a:pt x="0" y="3272"/>
                </a:moveTo>
                <a:lnTo>
                  <a:pt x="0" y="3588"/>
                </a:lnTo>
                <a:lnTo>
                  <a:pt x="17923" y="3588"/>
                </a:lnTo>
                <a:cubicBezTo>
                  <a:pt x="17878" y="3483"/>
                  <a:pt x="17833" y="3377"/>
                  <a:pt x="17784" y="3272"/>
                </a:cubicBezTo>
                <a:lnTo>
                  <a:pt x="0" y="3272"/>
                </a:lnTo>
                <a:close/>
                <a:moveTo>
                  <a:pt x="0" y="2454"/>
                </a:moveTo>
                <a:lnTo>
                  <a:pt x="0" y="2770"/>
                </a:lnTo>
                <a:lnTo>
                  <a:pt x="17563" y="2770"/>
                </a:lnTo>
                <a:cubicBezTo>
                  <a:pt x="17513" y="2660"/>
                  <a:pt x="17464" y="2555"/>
                  <a:pt x="17415" y="2454"/>
                </a:cubicBezTo>
                <a:lnTo>
                  <a:pt x="0" y="2454"/>
                </a:lnTo>
                <a:close/>
                <a:moveTo>
                  <a:pt x="0" y="0"/>
                </a:moveTo>
                <a:lnTo>
                  <a:pt x="0" y="316"/>
                </a:lnTo>
                <a:lnTo>
                  <a:pt x="16314" y="316"/>
                </a:lnTo>
                <a:cubicBezTo>
                  <a:pt x="16248" y="198"/>
                  <a:pt x="16187" y="93"/>
                  <a:pt x="16129" y="0"/>
                </a:cubicBezTo>
                <a:lnTo>
                  <a:pt x="0" y="0"/>
                </a:lnTo>
                <a:close/>
                <a:moveTo>
                  <a:pt x="21592" y="21284"/>
                </a:moveTo>
                <a:lnTo>
                  <a:pt x="0" y="21284"/>
                </a:lnTo>
                <a:lnTo>
                  <a:pt x="0" y="21600"/>
                </a:lnTo>
                <a:lnTo>
                  <a:pt x="21600" y="21600"/>
                </a:lnTo>
                <a:cubicBezTo>
                  <a:pt x="21596" y="21490"/>
                  <a:pt x="21596" y="21385"/>
                  <a:pt x="21592" y="21284"/>
                </a:cubicBezTo>
                <a:close/>
                <a:moveTo>
                  <a:pt x="0" y="6548"/>
                </a:moveTo>
                <a:lnTo>
                  <a:pt x="0" y="6864"/>
                </a:lnTo>
                <a:lnTo>
                  <a:pt x="19172" y="6864"/>
                </a:lnTo>
                <a:cubicBezTo>
                  <a:pt x="19135" y="6759"/>
                  <a:pt x="19102" y="6653"/>
                  <a:pt x="19065" y="6548"/>
                </a:cubicBezTo>
                <a:lnTo>
                  <a:pt x="0" y="6548"/>
                </a:lnTo>
                <a:close/>
                <a:moveTo>
                  <a:pt x="0" y="8184"/>
                </a:moveTo>
                <a:lnTo>
                  <a:pt x="0" y="8500"/>
                </a:lnTo>
                <a:lnTo>
                  <a:pt x="19684" y="8500"/>
                </a:lnTo>
                <a:cubicBezTo>
                  <a:pt x="19651" y="8395"/>
                  <a:pt x="19622" y="8289"/>
                  <a:pt x="19589" y="8184"/>
                </a:cubicBezTo>
                <a:lnTo>
                  <a:pt x="0" y="8184"/>
                </a:lnTo>
                <a:close/>
                <a:moveTo>
                  <a:pt x="0" y="7366"/>
                </a:moveTo>
                <a:lnTo>
                  <a:pt x="0" y="7682"/>
                </a:lnTo>
                <a:lnTo>
                  <a:pt x="19438" y="7682"/>
                </a:lnTo>
                <a:cubicBezTo>
                  <a:pt x="19405" y="7577"/>
                  <a:pt x="19372" y="7471"/>
                  <a:pt x="19336" y="7366"/>
                </a:cubicBezTo>
                <a:lnTo>
                  <a:pt x="0" y="7366"/>
                </a:lnTo>
                <a:close/>
                <a:moveTo>
                  <a:pt x="0" y="9002"/>
                </a:moveTo>
                <a:lnTo>
                  <a:pt x="0" y="9318"/>
                </a:lnTo>
                <a:lnTo>
                  <a:pt x="19917" y="9318"/>
                </a:lnTo>
                <a:cubicBezTo>
                  <a:pt x="19888" y="9213"/>
                  <a:pt x="19860" y="9107"/>
                  <a:pt x="19831" y="9002"/>
                </a:cubicBezTo>
                <a:lnTo>
                  <a:pt x="0" y="9002"/>
                </a:lnTo>
                <a:close/>
                <a:moveTo>
                  <a:pt x="0" y="5730"/>
                </a:moveTo>
                <a:lnTo>
                  <a:pt x="0" y="6046"/>
                </a:lnTo>
                <a:lnTo>
                  <a:pt x="18889" y="6046"/>
                </a:lnTo>
                <a:cubicBezTo>
                  <a:pt x="18852" y="5941"/>
                  <a:pt x="18811" y="5835"/>
                  <a:pt x="18775" y="5730"/>
                </a:cubicBezTo>
                <a:lnTo>
                  <a:pt x="0" y="5730"/>
                </a:lnTo>
                <a:close/>
                <a:moveTo>
                  <a:pt x="0" y="9824"/>
                </a:moveTo>
                <a:lnTo>
                  <a:pt x="0" y="10140"/>
                </a:lnTo>
                <a:lnTo>
                  <a:pt x="20130" y="10140"/>
                </a:lnTo>
                <a:cubicBezTo>
                  <a:pt x="20101" y="10035"/>
                  <a:pt x="20077" y="9929"/>
                  <a:pt x="20048" y="9824"/>
                </a:cubicBezTo>
                <a:lnTo>
                  <a:pt x="0" y="9824"/>
                </a:lnTo>
                <a:close/>
                <a:moveTo>
                  <a:pt x="0" y="4912"/>
                </a:moveTo>
                <a:lnTo>
                  <a:pt x="0" y="5228"/>
                </a:lnTo>
                <a:lnTo>
                  <a:pt x="18586" y="5228"/>
                </a:lnTo>
                <a:cubicBezTo>
                  <a:pt x="18545" y="5123"/>
                  <a:pt x="18504" y="5017"/>
                  <a:pt x="18463" y="4912"/>
                </a:cubicBezTo>
                <a:lnTo>
                  <a:pt x="0" y="4912"/>
                </a:ln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18"/>
          <p:cNvSpPr/>
          <p:nvPr/>
        </p:nvSpPr>
        <p:spPr>
          <a:xfrm>
            <a:off x="0" y="0"/>
            <a:ext cx="12192000" cy="3399803"/>
          </a:xfrm>
          <a:custGeom>
            <a:rect b="b" l="l" r="r" t="t"/>
            <a:pathLst>
              <a:path extrusionOk="0" h="3399803" w="12192000">
                <a:moveTo>
                  <a:pt x="0" y="0"/>
                </a:moveTo>
                <a:lnTo>
                  <a:pt x="12192000" y="0"/>
                </a:lnTo>
                <a:lnTo>
                  <a:pt x="12192000" y="1601843"/>
                </a:lnTo>
                <a:cubicBezTo>
                  <a:pt x="12192000" y="1601843"/>
                  <a:pt x="11961883" y="1714215"/>
                  <a:pt x="11483737" y="1882774"/>
                </a:cubicBezTo>
                <a:lnTo>
                  <a:pt x="11293612" y="1948218"/>
                </a:lnTo>
                <a:lnTo>
                  <a:pt x="11239676" y="1793454"/>
                </a:lnTo>
                <a:cubicBezTo>
                  <a:pt x="11212820" y="1724081"/>
                  <a:pt x="11183651" y="1655838"/>
                  <a:pt x="11152199" y="1589067"/>
                </a:cubicBezTo>
                <a:cubicBezTo>
                  <a:pt x="10852424" y="951838"/>
                  <a:pt x="10228027" y="574053"/>
                  <a:pt x="9568416" y="547643"/>
                </a:cubicBezTo>
                <a:cubicBezTo>
                  <a:pt x="9268593" y="535638"/>
                  <a:pt x="8961495" y="596232"/>
                  <a:pt x="8674301" y="738057"/>
                </a:cubicBezTo>
                <a:cubicBezTo>
                  <a:pt x="7956009" y="1092035"/>
                  <a:pt x="6963613" y="1692816"/>
                  <a:pt x="6449142" y="2491723"/>
                </a:cubicBezTo>
                <a:cubicBezTo>
                  <a:pt x="6340871" y="2659571"/>
                  <a:pt x="6307039" y="2828091"/>
                  <a:pt x="6333262" y="2993138"/>
                </a:cubicBezTo>
                <a:lnTo>
                  <a:pt x="6339140" y="3016699"/>
                </a:lnTo>
                <a:lnTo>
                  <a:pt x="6060157" y="3053138"/>
                </a:lnTo>
                <a:cubicBezTo>
                  <a:pt x="4405025" y="3257582"/>
                  <a:pt x="2393474" y="3399803"/>
                  <a:pt x="0" y="3399803"/>
                </a:cubicBezTo>
                <a:close/>
              </a:path>
            </a:pathLst>
          </a:custGeom>
          <a:solidFill>
            <a:schemeClr val="dk2"/>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18"/>
          <p:cNvSpPr/>
          <p:nvPr/>
        </p:nvSpPr>
        <p:spPr>
          <a:xfrm>
            <a:off x="5524501" y="1384300"/>
            <a:ext cx="786342" cy="1018963"/>
          </a:xfrm>
          <a:custGeom>
            <a:rect b="b" l="l" r="r" t="t"/>
            <a:pathLst>
              <a:path extrusionOk="0" h="19918" w="20510">
                <a:moveTo>
                  <a:pt x="7073" y="56"/>
                </a:moveTo>
                <a:cubicBezTo>
                  <a:pt x="2918" y="205"/>
                  <a:pt x="-248" y="2874"/>
                  <a:pt x="16" y="5988"/>
                </a:cubicBezTo>
                <a:cubicBezTo>
                  <a:pt x="445" y="11277"/>
                  <a:pt x="1632" y="18740"/>
                  <a:pt x="4798" y="19778"/>
                </a:cubicBezTo>
                <a:cubicBezTo>
                  <a:pt x="9777" y="21434"/>
                  <a:pt x="21352" y="7841"/>
                  <a:pt x="20462" y="2997"/>
                </a:cubicBezTo>
                <a:cubicBezTo>
                  <a:pt x="19934" y="155"/>
                  <a:pt x="12811" y="-166"/>
                  <a:pt x="7073" y="56"/>
                </a:cubicBezTo>
                <a:close/>
              </a:path>
            </a:pathLst>
          </a:custGeom>
          <a:solidFill>
            <a:schemeClr val="accent4"/>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8"/>
          <p:cNvSpPr/>
          <p:nvPr/>
        </p:nvSpPr>
        <p:spPr>
          <a:xfrm>
            <a:off x="1" y="179347"/>
            <a:ext cx="5600228" cy="2820128"/>
          </a:xfrm>
          <a:custGeom>
            <a:rect b="b" l="l" r="r" t="t"/>
            <a:pathLst>
              <a:path extrusionOk="0" h="2820128" w="5505891">
                <a:moveTo>
                  <a:pt x="0" y="2724489"/>
                </a:moveTo>
                <a:lnTo>
                  <a:pt x="5482117" y="2724489"/>
                </a:lnTo>
                <a:cubicBezTo>
                  <a:pt x="5490134" y="2756268"/>
                  <a:pt x="5497874" y="2788349"/>
                  <a:pt x="5505891" y="2820128"/>
                </a:cubicBezTo>
                <a:lnTo>
                  <a:pt x="0" y="2820128"/>
                </a:lnTo>
                <a:close/>
                <a:moveTo>
                  <a:pt x="0" y="2476918"/>
                </a:moveTo>
                <a:lnTo>
                  <a:pt x="5415218" y="2476918"/>
                </a:lnTo>
                <a:cubicBezTo>
                  <a:pt x="5424340" y="2508697"/>
                  <a:pt x="5432357" y="2540778"/>
                  <a:pt x="5441480" y="2572557"/>
                </a:cubicBezTo>
                <a:lnTo>
                  <a:pt x="0" y="2572557"/>
                </a:lnTo>
                <a:close/>
                <a:moveTo>
                  <a:pt x="0" y="2229348"/>
                </a:moveTo>
                <a:lnTo>
                  <a:pt x="5345278" y="2229348"/>
                </a:lnTo>
                <a:cubicBezTo>
                  <a:pt x="5355230" y="2261126"/>
                  <a:pt x="5364353" y="2293208"/>
                  <a:pt x="5373475" y="2324986"/>
                </a:cubicBezTo>
                <a:lnTo>
                  <a:pt x="0" y="2324986"/>
                </a:lnTo>
                <a:close/>
                <a:moveTo>
                  <a:pt x="0" y="1981777"/>
                </a:moveTo>
                <a:lnTo>
                  <a:pt x="5270362" y="1981777"/>
                </a:lnTo>
                <a:cubicBezTo>
                  <a:pt x="5280591" y="2013556"/>
                  <a:pt x="5289713" y="2045637"/>
                  <a:pt x="5299942" y="2077416"/>
                </a:cubicBezTo>
                <a:lnTo>
                  <a:pt x="0" y="2077416"/>
                </a:lnTo>
                <a:close/>
                <a:moveTo>
                  <a:pt x="0" y="1734206"/>
                </a:moveTo>
                <a:lnTo>
                  <a:pt x="5190194" y="1734206"/>
                </a:lnTo>
                <a:cubicBezTo>
                  <a:pt x="5200146" y="1765985"/>
                  <a:pt x="5211480" y="1798066"/>
                  <a:pt x="5221709" y="1829845"/>
                </a:cubicBezTo>
                <a:lnTo>
                  <a:pt x="0" y="1829845"/>
                </a:lnTo>
                <a:close/>
                <a:moveTo>
                  <a:pt x="0" y="1486635"/>
                </a:moveTo>
                <a:lnTo>
                  <a:pt x="5103944" y="1486635"/>
                </a:lnTo>
                <a:cubicBezTo>
                  <a:pt x="5115279" y="1518414"/>
                  <a:pt x="5126613" y="1550495"/>
                  <a:pt x="5137947" y="1582274"/>
                </a:cubicBezTo>
                <a:lnTo>
                  <a:pt x="0" y="1582274"/>
                </a:lnTo>
                <a:close/>
                <a:moveTo>
                  <a:pt x="0" y="1239065"/>
                </a:moveTo>
                <a:lnTo>
                  <a:pt x="5013548" y="1239065"/>
                </a:lnTo>
                <a:cubicBezTo>
                  <a:pt x="5025988" y="1270843"/>
                  <a:pt x="5037322" y="1302925"/>
                  <a:pt x="5049762" y="1334703"/>
                </a:cubicBezTo>
                <a:lnTo>
                  <a:pt x="0" y="1334703"/>
                </a:lnTo>
                <a:close/>
                <a:moveTo>
                  <a:pt x="0" y="990283"/>
                </a:moveTo>
                <a:lnTo>
                  <a:pt x="4916240" y="990283"/>
                </a:lnTo>
                <a:cubicBezTo>
                  <a:pt x="4929786" y="1022062"/>
                  <a:pt x="4942226" y="1054143"/>
                  <a:pt x="4954666" y="1085922"/>
                </a:cubicBezTo>
                <a:lnTo>
                  <a:pt x="0" y="1085922"/>
                </a:lnTo>
                <a:close/>
                <a:moveTo>
                  <a:pt x="0" y="742712"/>
                </a:moveTo>
                <a:lnTo>
                  <a:pt x="4814233" y="742712"/>
                </a:lnTo>
                <a:cubicBezTo>
                  <a:pt x="4827779" y="773280"/>
                  <a:pt x="4841325" y="805059"/>
                  <a:pt x="4855147" y="838351"/>
                </a:cubicBezTo>
                <a:lnTo>
                  <a:pt x="0" y="838351"/>
                </a:lnTo>
                <a:close/>
                <a:moveTo>
                  <a:pt x="0" y="495142"/>
                </a:moveTo>
                <a:lnTo>
                  <a:pt x="4704486" y="495142"/>
                </a:lnTo>
                <a:cubicBezTo>
                  <a:pt x="4718032" y="525710"/>
                  <a:pt x="4732683" y="557791"/>
                  <a:pt x="4747611" y="590780"/>
                </a:cubicBezTo>
                <a:lnTo>
                  <a:pt x="0" y="590780"/>
                </a:lnTo>
                <a:close/>
                <a:moveTo>
                  <a:pt x="0" y="247571"/>
                </a:moveTo>
                <a:lnTo>
                  <a:pt x="4586722" y="247571"/>
                </a:lnTo>
                <a:cubicBezTo>
                  <a:pt x="4601373" y="278139"/>
                  <a:pt x="4617407" y="310220"/>
                  <a:pt x="4633164" y="343209"/>
                </a:cubicBezTo>
                <a:lnTo>
                  <a:pt x="0" y="343209"/>
                </a:lnTo>
                <a:close/>
                <a:moveTo>
                  <a:pt x="0" y="0"/>
                </a:moveTo>
                <a:lnTo>
                  <a:pt x="4458729" y="0"/>
                </a:lnTo>
                <a:cubicBezTo>
                  <a:pt x="4474763" y="28147"/>
                  <a:pt x="4491626" y="59926"/>
                  <a:pt x="4509871" y="95639"/>
                </a:cubicBezTo>
                <a:lnTo>
                  <a:pt x="0" y="95639"/>
                </a:lnTo>
                <a:close/>
              </a:path>
            </a:pathLst>
          </a:custGeom>
          <a:gradFill>
            <a:gsLst>
              <a:gs pos="0">
                <a:srgbClr val="32738E"/>
              </a:gs>
              <a:gs pos="72000">
                <a:schemeClr val="dk2"/>
              </a:gs>
              <a:gs pos="100000">
                <a:schemeClr val="dk2"/>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18"/>
          <p:cNvSpPr txBox="1"/>
          <p:nvPr>
            <p:ph type="title"/>
          </p:nvPr>
        </p:nvSpPr>
        <p:spPr>
          <a:xfrm>
            <a:off x="831850" y="3458198"/>
            <a:ext cx="5759920" cy="187696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The Programming</a:t>
            </a:r>
            <a:endParaRPr/>
          </a:p>
        </p:txBody>
      </p:sp>
      <p:pic>
        <p:nvPicPr>
          <p:cNvPr id="253" name="Google Shape;253;p18"/>
          <p:cNvPicPr preferRelativeResize="0"/>
          <p:nvPr/>
        </p:nvPicPr>
        <p:blipFill>
          <a:blip r:embed="rId3">
            <a:alphaModFix/>
          </a:blip>
          <a:stretch>
            <a:fillRect/>
          </a:stretch>
        </p:blipFill>
        <p:spPr>
          <a:xfrm>
            <a:off x="7029075" y="179350"/>
            <a:ext cx="4114800" cy="4114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F0"/>
        </a:solidFill>
      </p:bgPr>
    </p:bg>
    <p:spTree>
      <p:nvGrpSpPr>
        <p:cNvPr id="258" name="Shape 258"/>
        <p:cNvGrpSpPr/>
        <p:nvPr/>
      </p:nvGrpSpPr>
      <p:grpSpPr>
        <a:xfrm>
          <a:off x="0" y="0"/>
          <a:ext cx="0" cy="0"/>
          <a:chOff x="0" y="0"/>
          <a:chExt cx="0" cy="0"/>
        </a:xfrm>
      </p:grpSpPr>
      <p:sp>
        <p:nvSpPr>
          <p:cNvPr id="259" name="Google Shape;259;p19"/>
          <p:cNvSpPr/>
          <p:nvPr/>
        </p:nvSpPr>
        <p:spPr>
          <a:xfrm>
            <a:off x="0" y="0"/>
            <a:ext cx="12192000" cy="6858000"/>
          </a:xfrm>
          <a:custGeom>
            <a:rect b="b" l="l" r="r" t="t"/>
            <a:pathLst>
              <a:path extrusionOk="0" h="6858000" w="12192000">
                <a:moveTo>
                  <a:pt x="10556455" y="405874"/>
                </a:moveTo>
                <a:cubicBezTo>
                  <a:pt x="9937078" y="373788"/>
                  <a:pt x="9028481" y="886129"/>
                  <a:pt x="8298270" y="1384878"/>
                </a:cubicBezTo>
                <a:cubicBezTo>
                  <a:pt x="7596512" y="1864119"/>
                  <a:pt x="7423304" y="2826094"/>
                  <a:pt x="7911358" y="3521664"/>
                </a:cubicBezTo>
                <a:cubicBezTo>
                  <a:pt x="8744579" y="4708993"/>
                  <a:pt x="10013933" y="6319662"/>
                  <a:pt x="10719430" y="6227366"/>
                </a:cubicBezTo>
                <a:cubicBezTo>
                  <a:pt x="11828246" y="6080624"/>
                  <a:pt x="11909242" y="1670501"/>
                  <a:pt x="11062106" y="640103"/>
                </a:cubicBezTo>
                <a:cubicBezTo>
                  <a:pt x="10937237" y="487757"/>
                  <a:pt x="10762914" y="416569"/>
                  <a:pt x="10556455" y="405874"/>
                </a:cubicBez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0" name="Google Shape;260;p19"/>
          <p:cNvSpPr/>
          <p:nvPr/>
        </p:nvSpPr>
        <p:spPr>
          <a:xfrm rot="10800000">
            <a:off x="8167157" y="179347"/>
            <a:ext cx="4024843" cy="6542128"/>
          </a:xfrm>
          <a:custGeom>
            <a:rect b="b" l="l" r="r" t="t"/>
            <a:pathLst>
              <a:path extrusionOk="0" h="6542128" w="4024843">
                <a:moveTo>
                  <a:pt x="3039874" y="95709"/>
                </a:moveTo>
                <a:lnTo>
                  <a:pt x="0" y="95709"/>
                </a:lnTo>
                <a:lnTo>
                  <a:pt x="0" y="0"/>
                </a:lnTo>
                <a:lnTo>
                  <a:pt x="3005402" y="0"/>
                </a:lnTo>
                <a:cubicBezTo>
                  <a:pt x="3016210" y="28168"/>
                  <a:pt x="3027576" y="59970"/>
                  <a:pt x="3039874" y="95709"/>
                </a:cubicBezTo>
                <a:close/>
                <a:moveTo>
                  <a:pt x="3122980" y="343462"/>
                </a:moveTo>
                <a:lnTo>
                  <a:pt x="0" y="343462"/>
                </a:lnTo>
                <a:lnTo>
                  <a:pt x="0" y="247753"/>
                </a:lnTo>
                <a:lnTo>
                  <a:pt x="3091676" y="247753"/>
                </a:lnTo>
                <a:cubicBezTo>
                  <a:pt x="3101552" y="278344"/>
                  <a:pt x="3112359" y="310448"/>
                  <a:pt x="3122980" y="343462"/>
                </a:cubicBezTo>
                <a:close/>
                <a:moveTo>
                  <a:pt x="1250048" y="591215"/>
                </a:moveTo>
                <a:lnTo>
                  <a:pt x="0" y="591215"/>
                </a:lnTo>
                <a:lnTo>
                  <a:pt x="0" y="495506"/>
                </a:lnTo>
                <a:lnTo>
                  <a:pt x="1467151" y="495506"/>
                </a:lnTo>
                <a:lnTo>
                  <a:pt x="1371627" y="520123"/>
                </a:lnTo>
                <a:cubicBezTo>
                  <a:pt x="1338981" y="532803"/>
                  <a:pt x="1307335" y="549412"/>
                  <a:pt x="1276687" y="569719"/>
                </a:cubicBezTo>
                <a:close/>
                <a:moveTo>
                  <a:pt x="3200123" y="591215"/>
                </a:moveTo>
                <a:lnTo>
                  <a:pt x="1885620" y="591215"/>
                </a:lnTo>
                <a:lnTo>
                  <a:pt x="1761609" y="535172"/>
                </a:lnTo>
                <a:cubicBezTo>
                  <a:pt x="1709682" y="516408"/>
                  <a:pt x="1659469" y="503258"/>
                  <a:pt x="1611214" y="496241"/>
                </a:cubicBezTo>
                <a:lnTo>
                  <a:pt x="1563383" y="495506"/>
                </a:lnTo>
                <a:lnTo>
                  <a:pt x="3171054" y="495506"/>
                </a:lnTo>
                <a:cubicBezTo>
                  <a:pt x="3180185" y="526096"/>
                  <a:pt x="3190061" y="558201"/>
                  <a:pt x="3200123" y="591215"/>
                </a:cubicBezTo>
                <a:close/>
                <a:moveTo>
                  <a:pt x="1032550" y="838968"/>
                </a:moveTo>
                <a:lnTo>
                  <a:pt x="0" y="838968"/>
                </a:lnTo>
                <a:lnTo>
                  <a:pt x="0" y="743259"/>
                </a:lnTo>
                <a:lnTo>
                  <a:pt x="1098415" y="743259"/>
                </a:lnTo>
                <a:close/>
                <a:moveTo>
                  <a:pt x="3272607" y="838968"/>
                </a:moveTo>
                <a:lnTo>
                  <a:pt x="2265075" y="838968"/>
                </a:lnTo>
                <a:lnTo>
                  <a:pt x="2135504" y="743259"/>
                </a:lnTo>
                <a:lnTo>
                  <a:pt x="3245030" y="743259"/>
                </a:lnTo>
                <a:cubicBezTo>
                  <a:pt x="3254160" y="773849"/>
                  <a:pt x="3263290" y="805651"/>
                  <a:pt x="3272607" y="838968"/>
                </a:cubicBezTo>
                <a:close/>
                <a:moveTo>
                  <a:pt x="907305" y="1086720"/>
                </a:moveTo>
                <a:lnTo>
                  <a:pt x="0" y="1086720"/>
                </a:lnTo>
                <a:lnTo>
                  <a:pt x="0" y="991011"/>
                </a:lnTo>
                <a:lnTo>
                  <a:pt x="949893" y="991011"/>
                </a:lnTo>
                <a:close/>
                <a:moveTo>
                  <a:pt x="3339688" y="1086720"/>
                </a:moveTo>
                <a:lnTo>
                  <a:pt x="2547145" y="1086720"/>
                </a:lnTo>
                <a:lnTo>
                  <a:pt x="2451397" y="996585"/>
                </a:lnTo>
                <a:lnTo>
                  <a:pt x="2444825" y="991011"/>
                </a:lnTo>
                <a:lnTo>
                  <a:pt x="3313788" y="991011"/>
                </a:lnTo>
                <a:cubicBezTo>
                  <a:pt x="3322918" y="1022813"/>
                  <a:pt x="3331303" y="1054918"/>
                  <a:pt x="3339688" y="1086720"/>
                </a:cubicBezTo>
                <a:close/>
                <a:moveTo>
                  <a:pt x="816420" y="1335685"/>
                </a:moveTo>
                <a:lnTo>
                  <a:pt x="0" y="1335685"/>
                </a:lnTo>
                <a:lnTo>
                  <a:pt x="0" y="1239976"/>
                </a:lnTo>
                <a:lnTo>
                  <a:pt x="848308" y="1239976"/>
                </a:lnTo>
                <a:lnTo>
                  <a:pt x="832117" y="1284126"/>
                </a:lnTo>
                <a:close/>
                <a:moveTo>
                  <a:pt x="3403787" y="1335685"/>
                </a:moveTo>
                <a:lnTo>
                  <a:pt x="2797969" y="1335685"/>
                </a:lnTo>
                <a:lnTo>
                  <a:pt x="2704316" y="1239976"/>
                </a:lnTo>
                <a:lnTo>
                  <a:pt x="3379378" y="1239976"/>
                </a:lnTo>
                <a:cubicBezTo>
                  <a:pt x="3387762" y="1271778"/>
                  <a:pt x="3395402" y="1303883"/>
                  <a:pt x="3403787" y="1335685"/>
                </a:cubicBezTo>
                <a:close/>
                <a:moveTo>
                  <a:pt x="747343" y="1583437"/>
                </a:moveTo>
                <a:lnTo>
                  <a:pt x="0" y="1583437"/>
                </a:lnTo>
                <a:lnTo>
                  <a:pt x="0" y="1487729"/>
                </a:lnTo>
                <a:lnTo>
                  <a:pt x="771575" y="1487729"/>
                </a:lnTo>
                <a:close/>
                <a:moveTo>
                  <a:pt x="3463228" y="1583437"/>
                </a:moveTo>
                <a:lnTo>
                  <a:pt x="3026433" y="1583437"/>
                </a:lnTo>
                <a:lnTo>
                  <a:pt x="3020343" y="1576409"/>
                </a:lnTo>
                <a:lnTo>
                  <a:pt x="2939151" y="1487729"/>
                </a:lnTo>
                <a:lnTo>
                  <a:pt x="3440309" y="1487729"/>
                </a:lnTo>
                <a:cubicBezTo>
                  <a:pt x="3447949" y="1519531"/>
                  <a:pt x="3455588" y="1551635"/>
                  <a:pt x="3463228" y="1583437"/>
                </a:cubicBezTo>
                <a:close/>
                <a:moveTo>
                  <a:pt x="692583" y="1831190"/>
                </a:moveTo>
                <a:lnTo>
                  <a:pt x="0" y="1831190"/>
                </a:lnTo>
                <a:lnTo>
                  <a:pt x="0" y="1735481"/>
                </a:lnTo>
                <a:lnTo>
                  <a:pt x="712665" y="1735481"/>
                </a:lnTo>
                <a:close/>
                <a:moveTo>
                  <a:pt x="3519688" y="1831190"/>
                </a:moveTo>
                <a:lnTo>
                  <a:pt x="3239251" y="1831190"/>
                </a:lnTo>
                <a:lnTo>
                  <a:pt x="3212009" y="1797599"/>
                </a:lnTo>
                <a:lnTo>
                  <a:pt x="3158182" y="1735481"/>
                </a:lnTo>
                <a:lnTo>
                  <a:pt x="3498446" y="1735481"/>
                </a:lnTo>
                <a:cubicBezTo>
                  <a:pt x="3505154" y="1767283"/>
                  <a:pt x="3512794" y="1799388"/>
                  <a:pt x="3519688" y="1831190"/>
                </a:cubicBezTo>
                <a:close/>
                <a:moveTo>
                  <a:pt x="650515" y="2078943"/>
                </a:moveTo>
                <a:lnTo>
                  <a:pt x="0" y="2078943"/>
                </a:lnTo>
                <a:lnTo>
                  <a:pt x="0" y="1983234"/>
                </a:lnTo>
                <a:lnTo>
                  <a:pt x="665825" y="1983234"/>
                </a:lnTo>
                <a:lnTo>
                  <a:pt x="653507" y="2054753"/>
                </a:lnTo>
                <a:close/>
                <a:moveTo>
                  <a:pt x="3572421" y="2078943"/>
                </a:moveTo>
                <a:lnTo>
                  <a:pt x="3440176" y="2078943"/>
                </a:lnTo>
                <a:lnTo>
                  <a:pt x="3362557" y="1983234"/>
                </a:lnTo>
                <a:lnTo>
                  <a:pt x="3552483" y="1983234"/>
                </a:lnTo>
                <a:cubicBezTo>
                  <a:pt x="3559377" y="2015036"/>
                  <a:pt x="3565526" y="2047141"/>
                  <a:pt x="3572421" y="2078943"/>
                </a:cubicBezTo>
                <a:close/>
                <a:moveTo>
                  <a:pt x="3616408" y="2298606"/>
                </a:moveTo>
                <a:lnTo>
                  <a:pt x="3589576" y="2263162"/>
                </a:lnTo>
                <a:lnTo>
                  <a:pt x="3563483" y="2230987"/>
                </a:lnTo>
                <a:lnTo>
                  <a:pt x="3602980" y="2230987"/>
                </a:lnTo>
                <a:close/>
                <a:moveTo>
                  <a:pt x="619880" y="2326696"/>
                </a:moveTo>
                <a:lnTo>
                  <a:pt x="0" y="2326696"/>
                </a:lnTo>
                <a:lnTo>
                  <a:pt x="0" y="2230987"/>
                </a:lnTo>
                <a:lnTo>
                  <a:pt x="631714" y="2230987"/>
                </a:lnTo>
                <a:close/>
                <a:moveTo>
                  <a:pt x="593685" y="2574449"/>
                </a:moveTo>
                <a:lnTo>
                  <a:pt x="0" y="2574449"/>
                </a:lnTo>
                <a:lnTo>
                  <a:pt x="0" y="2478740"/>
                </a:lnTo>
                <a:lnTo>
                  <a:pt x="601079" y="2478740"/>
                </a:lnTo>
                <a:lnTo>
                  <a:pt x="599095" y="2494786"/>
                </a:lnTo>
                <a:close/>
                <a:moveTo>
                  <a:pt x="576861" y="2822201"/>
                </a:moveTo>
                <a:lnTo>
                  <a:pt x="0" y="2822201"/>
                </a:lnTo>
                <a:lnTo>
                  <a:pt x="0" y="2726493"/>
                </a:lnTo>
                <a:lnTo>
                  <a:pt x="583360" y="2726493"/>
                </a:lnTo>
                <a:close/>
                <a:moveTo>
                  <a:pt x="565701" y="3071166"/>
                </a:moveTo>
                <a:lnTo>
                  <a:pt x="0" y="3071166"/>
                </a:lnTo>
                <a:lnTo>
                  <a:pt x="0" y="2975457"/>
                </a:lnTo>
                <a:lnTo>
                  <a:pt x="567409" y="2975457"/>
                </a:lnTo>
                <a:close/>
                <a:moveTo>
                  <a:pt x="561279" y="3318919"/>
                </a:moveTo>
                <a:lnTo>
                  <a:pt x="0" y="3318919"/>
                </a:lnTo>
                <a:lnTo>
                  <a:pt x="0" y="3223210"/>
                </a:lnTo>
                <a:lnTo>
                  <a:pt x="562987" y="3223210"/>
                </a:lnTo>
                <a:close/>
                <a:moveTo>
                  <a:pt x="563542" y="3566671"/>
                </a:moveTo>
                <a:lnTo>
                  <a:pt x="0" y="3566671"/>
                </a:lnTo>
                <a:lnTo>
                  <a:pt x="0" y="3470962"/>
                </a:lnTo>
                <a:lnTo>
                  <a:pt x="560626" y="3470962"/>
                </a:lnTo>
                <a:close/>
                <a:moveTo>
                  <a:pt x="571090" y="3814424"/>
                </a:moveTo>
                <a:lnTo>
                  <a:pt x="0" y="3814424"/>
                </a:lnTo>
                <a:lnTo>
                  <a:pt x="0" y="3718715"/>
                </a:lnTo>
                <a:lnTo>
                  <a:pt x="568174" y="3718715"/>
                </a:lnTo>
                <a:close/>
                <a:moveTo>
                  <a:pt x="586791" y="4062177"/>
                </a:moveTo>
                <a:lnTo>
                  <a:pt x="0" y="4062177"/>
                </a:lnTo>
                <a:lnTo>
                  <a:pt x="0" y="3966468"/>
                </a:lnTo>
                <a:lnTo>
                  <a:pt x="579081" y="3966468"/>
                </a:lnTo>
                <a:close/>
                <a:moveTo>
                  <a:pt x="606750" y="4309929"/>
                </a:moveTo>
                <a:lnTo>
                  <a:pt x="0" y="4309929"/>
                </a:lnTo>
                <a:lnTo>
                  <a:pt x="0" y="4214221"/>
                </a:lnTo>
                <a:lnTo>
                  <a:pt x="599040" y="4214221"/>
                </a:lnTo>
                <a:close/>
                <a:moveTo>
                  <a:pt x="637841" y="4557683"/>
                </a:moveTo>
                <a:lnTo>
                  <a:pt x="0" y="4557683"/>
                </a:lnTo>
                <a:lnTo>
                  <a:pt x="0" y="4461974"/>
                </a:lnTo>
                <a:lnTo>
                  <a:pt x="624782" y="4461974"/>
                </a:lnTo>
                <a:close/>
                <a:moveTo>
                  <a:pt x="672413" y="4806647"/>
                </a:moveTo>
                <a:lnTo>
                  <a:pt x="0" y="4806647"/>
                </a:lnTo>
                <a:lnTo>
                  <a:pt x="0" y="4710938"/>
                </a:lnTo>
                <a:lnTo>
                  <a:pt x="658751" y="4710938"/>
                </a:lnTo>
                <a:lnTo>
                  <a:pt x="670124" y="4794299"/>
                </a:lnTo>
                <a:close/>
                <a:moveTo>
                  <a:pt x="720385" y="5054399"/>
                </a:moveTo>
                <a:lnTo>
                  <a:pt x="0" y="5054399"/>
                </a:lnTo>
                <a:lnTo>
                  <a:pt x="0" y="4958690"/>
                </a:lnTo>
                <a:lnTo>
                  <a:pt x="700587" y="4958690"/>
                </a:lnTo>
                <a:lnTo>
                  <a:pt x="708242" y="5000002"/>
                </a:lnTo>
                <a:close/>
                <a:moveTo>
                  <a:pt x="780364" y="5302153"/>
                </a:moveTo>
                <a:lnTo>
                  <a:pt x="0" y="5302153"/>
                </a:lnTo>
                <a:lnTo>
                  <a:pt x="0" y="5206443"/>
                </a:lnTo>
                <a:lnTo>
                  <a:pt x="754796" y="5206443"/>
                </a:lnTo>
                <a:close/>
                <a:moveTo>
                  <a:pt x="3985899" y="5302153"/>
                </a:moveTo>
                <a:lnTo>
                  <a:pt x="3939022" y="5302153"/>
                </a:lnTo>
                <a:lnTo>
                  <a:pt x="3983969" y="5267970"/>
                </a:lnTo>
                <a:close/>
                <a:moveTo>
                  <a:pt x="855417" y="5549905"/>
                </a:moveTo>
                <a:lnTo>
                  <a:pt x="0" y="5549905"/>
                </a:lnTo>
                <a:lnTo>
                  <a:pt x="0" y="5454196"/>
                </a:lnTo>
                <a:lnTo>
                  <a:pt x="824854" y="5454196"/>
                </a:lnTo>
                <a:close/>
                <a:moveTo>
                  <a:pt x="3998943" y="5549905"/>
                </a:moveTo>
                <a:lnTo>
                  <a:pt x="3569327" y="5549905"/>
                </a:lnTo>
                <a:lnTo>
                  <a:pt x="3612452" y="5523175"/>
                </a:lnTo>
                <a:lnTo>
                  <a:pt x="3716442" y="5454196"/>
                </a:lnTo>
                <a:lnTo>
                  <a:pt x="3994284" y="5454196"/>
                </a:lnTo>
                <a:cubicBezTo>
                  <a:pt x="3995775" y="5485998"/>
                  <a:pt x="3997452" y="5518103"/>
                  <a:pt x="3998943" y="5549905"/>
                </a:cubicBezTo>
                <a:close/>
                <a:moveTo>
                  <a:pt x="957459" y="5797658"/>
                </a:moveTo>
                <a:lnTo>
                  <a:pt x="0" y="5797658"/>
                </a:lnTo>
                <a:lnTo>
                  <a:pt x="0" y="5701949"/>
                </a:lnTo>
                <a:lnTo>
                  <a:pt x="913583" y="5701949"/>
                </a:lnTo>
                <a:lnTo>
                  <a:pt x="916191" y="5708756"/>
                </a:lnTo>
                <a:close/>
                <a:moveTo>
                  <a:pt x="4008819" y="5797658"/>
                </a:moveTo>
                <a:lnTo>
                  <a:pt x="3155979" y="5797658"/>
                </a:lnTo>
                <a:lnTo>
                  <a:pt x="3319931" y="5704488"/>
                </a:lnTo>
                <a:lnTo>
                  <a:pt x="3324027" y="5701949"/>
                </a:lnTo>
                <a:lnTo>
                  <a:pt x="4005092" y="5701949"/>
                </a:lnTo>
                <a:cubicBezTo>
                  <a:pt x="4006583" y="5733751"/>
                  <a:pt x="4007328" y="5765856"/>
                  <a:pt x="4008819" y="5797658"/>
                </a:cubicBezTo>
                <a:close/>
                <a:moveTo>
                  <a:pt x="1103940" y="6045411"/>
                </a:moveTo>
                <a:lnTo>
                  <a:pt x="0" y="6045411"/>
                </a:lnTo>
                <a:lnTo>
                  <a:pt x="0" y="5949702"/>
                </a:lnTo>
                <a:lnTo>
                  <a:pt x="1038682" y="5949702"/>
                </a:lnTo>
                <a:lnTo>
                  <a:pt x="1053197" y="5975104"/>
                </a:lnTo>
                <a:close/>
                <a:moveTo>
                  <a:pt x="4016458" y="6045411"/>
                </a:moveTo>
                <a:lnTo>
                  <a:pt x="2676033" y="6045411"/>
                </a:lnTo>
                <a:lnTo>
                  <a:pt x="2723075" y="6025162"/>
                </a:lnTo>
                <a:lnTo>
                  <a:pt x="2872118" y="5949702"/>
                </a:lnTo>
                <a:lnTo>
                  <a:pt x="4013477" y="5949702"/>
                </a:lnTo>
                <a:cubicBezTo>
                  <a:pt x="4014968" y="5981504"/>
                  <a:pt x="4015713" y="6013306"/>
                  <a:pt x="4016458" y="6045411"/>
                </a:cubicBezTo>
                <a:close/>
                <a:moveTo>
                  <a:pt x="1478623" y="6293163"/>
                </a:moveTo>
                <a:lnTo>
                  <a:pt x="0" y="6293163"/>
                </a:lnTo>
                <a:lnTo>
                  <a:pt x="0" y="6197455"/>
                </a:lnTo>
                <a:lnTo>
                  <a:pt x="1260756" y="6197455"/>
                </a:lnTo>
                <a:lnTo>
                  <a:pt x="1352123" y="6251606"/>
                </a:lnTo>
                <a:close/>
                <a:moveTo>
                  <a:pt x="4021862" y="6293163"/>
                </a:moveTo>
                <a:lnTo>
                  <a:pt x="1936874" y="6293163"/>
                </a:lnTo>
                <a:lnTo>
                  <a:pt x="2011366" y="6279908"/>
                </a:lnTo>
                <a:cubicBezTo>
                  <a:pt x="2055828" y="6270379"/>
                  <a:pt x="2101078" y="6259133"/>
                  <a:pt x="2147000" y="6246304"/>
                </a:cubicBezTo>
                <a:lnTo>
                  <a:pt x="2292580" y="6197455"/>
                </a:lnTo>
                <a:lnTo>
                  <a:pt x="4020185" y="6197455"/>
                </a:lnTo>
                <a:cubicBezTo>
                  <a:pt x="4021117" y="6229257"/>
                  <a:pt x="4021117" y="6261059"/>
                  <a:pt x="4021862" y="6293163"/>
                </a:cubicBezTo>
                <a:close/>
                <a:moveTo>
                  <a:pt x="4024843" y="6542128"/>
                </a:moveTo>
                <a:lnTo>
                  <a:pt x="0" y="6542128"/>
                </a:lnTo>
                <a:lnTo>
                  <a:pt x="0" y="6446419"/>
                </a:lnTo>
                <a:lnTo>
                  <a:pt x="4023353" y="6446419"/>
                </a:lnTo>
                <a:cubicBezTo>
                  <a:pt x="4024098" y="6477009"/>
                  <a:pt x="4024098" y="6508811"/>
                  <a:pt x="4024843" y="6542128"/>
                </a:cubicBez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19"/>
          <p:cNvSpPr/>
          <p:nvPr/>
        </p:nvSpPr>
        <p:spPr>
          <a:xfrm>
            <a:off x="0" y="179347"/>
            <a:ext cx="2377134" cy="6542154"/>
          </a:xfrm>
          <a:custGeom>
            <a:rect b="b" l="l" r="r" t="t"/>
            <a:pathLst>
              <a:path extrusionOk="0" h="21600" w="21600">
                <a:moveTo>
                  <a:pt x="20920" y="13914"/>
                </a:moveTo>
                <a:cubicBezTo>
                  <a:pt x="20937" y="14019"/>
                  <a:pt x="20957" y="14125"/>
                  <a:pt x="20973" y="14230"/>
                </a:cubicBezTo>
                <a:lnTo>
                  <a:pt x="0" y="14230"/>
                </a:lnTo>
                <a:lnTo>
                  <a:pt x="0" y="13914"/>
                </a:lnTo>
                <a:lnTo>
                  <a:pt x="20920" y="13914"/>
                </a:lnTo>
                <a:close/>
                <a:moveTo>
                  <a:pt x="0" y="15554"/>
                </a:moveTo>
                <a:lnTo>
                  <a:pt x="0" y="15870"/>
                </a:lnTo>
                <a:lnTo>
                  <a:pt x="21211" y="15870"/>
                </a:lnTo>
                <a:cubicBezTo>
                  <a:pt x="21199" y="15765"/>
                  <a:pt x="21182" y="15659"/>
                  <a:pt x="21170" y="15554"/>
                </a:cubicBezTo>
                <a:lnTo>
                  <a:pt x="0" y="15554"/>
                </a:lnTo>
                <a:close/>
                <a:moveTo>
                  <a:pt x="0" y="14732"/>
                </a:moveTo>
                <a:lnTo>
                  <a:pt x="0" y="15048"/>
                </a:lnTo>
                <a:lnTo>
                  <a:pt x="21100" y="15048"/>
                </a:lnTo>
                <a:cubicBezTo>
                  <a:pt x="21084" y="14942"/>
                  <a:pt x="21068" y="14837"/>
                  <a:pt x="21055" y="14732"/>
                </a:cubicBezTo>
                <a:lnTo>
                  <a:pt x="0" y="14732"/>
                </a:lnTo>
                <a:close/>
                <a:moveTo>
                  <a:pt x="0" y="13096"/>
                </a:moveTo>
                <a:lnTo>
                  <a:pt x="0" y="13412"/>
                </a:lnTo>
                <a:lnTo>
                  <a:pt x="20838" y="13412"/>
                </a:lnTo>
                <a:cubicBezTo>
                  <a:pt x="20818" y="13307"/>
                  <a:pt x="20802" y="13201"/>
                  <a:pt x="20781" y="13096"/>
                </a:cubicBezTo>
                <a:lnTo>
                  <a:pt x="0" y="13096"/>
                </a:lnTo>
                <a:close/>
                <a:moveTo>
                  <a:pt x="0" y="12278"/>
                </a:moveTo>
                <a:lnTo>
                  <a:pt x="0" y="12594"/>
                </a:lnTo>
                <a:lnTo>
                  <a:pt x="20683" y="12594"/>
                </a:lnTo>
                <a:cubicBezTo>
                  <a:pt x="20662" y="12489"/>
                  <a:pt x="20642" y="12383"/>
                  <a:pt x="20621" y="12278"/>
                </a:cubicBezTo>
                <a:lnTo>
                  <a:pt x="0" y="12278"/>
                </a:lnTo>
                <a:close/>
                <a:moveTo>
                  <a:pt x="0" y="19644"/>
                </a:moveTo>
                <a:lnTo>
                  <a:pt x="0" y="19960"/>
                </a:lnTo>
                <a:lnTo>
                  <a:pt x="21555" y="19960"/>
                </a:lnTo>
                <a:cubicBezTo>
                  <a:pt x="21551" y="19854"/>
                  <a:pt x="21547" y="19749"/>
                  <a:pt x="21539" y="19644"/>
                </a:cubicBezTo>
                <a:lnTo>
                  <a:pt x="0" y="19644"/>
                </a:lnTo>
                <a:close/>
                <a:moveTo>
                  <a:pt x="0" y="11460"/>
                </a:moveTo>
                <a:lnTo>
                  <a:pt x="0" y="11776"/>
                </a:lnTo>
                <a:lnTo>
                  <a:pt x="20515" y="11776"/>
                </a:lnTo>
                <a:cubicBezTo>
                  <a:pt x="20490" y="11671"/>
                  <a:pt x="20470" y="11565"/>
                  <a:pt x="20445" y="11460"/>
                </a:cubicBezTo>
                <a:lnTo>
                  <a:pt x="0" y="11460"/>
                </a:lnTo>
                <a:close/>
                <a:moveTo>
                  <a:pt x="0" y="10642"/>
                </a:moveTo>
                <a:lnTo>
                  <a:pt x="0" y="10958"/>
                </a:lnTo>
                <a:lnTo>
                  <a:pt x="20331" y="10958"/>
                </a:lnTo>
                <a:cubicBezTo>
                  <a:pt x="20306" y="10853"/>
                  <a:pt x="20281" y="10747"/>
                  <a:pt x="20257" y="10642"/>
                </a:cubicBezTo>
                <a:lnTo>
                  <a:pt x="0" y="10642"/>
                </a:lnTo>
                <a:close/>
                <a:moveTo>
                  <a:pt x="0" y="20778"/>
                </a:moveTo>
                <a:lnTo>
                  <a:pt x="21584" y="20778"/>
                </a:lnTo>
                <a:cubicBezTo>
                  <a:pt x="21580" y="20672"/>
                  <a:pt x="21580" y="20567"/>
                  <a:pt x="21575" y="20462"/>
                </a:cubicBezTo>
                <a:lnTo>
                  <a:pt x="0" y="20462"/>
                </a:lnTo>
                <a:lnTo>
                  <a:pt x="0" y="20778"/>
                </a:lnTo>
                <a:close/>
                <a:moveTo>
                  <a:pt x="0" y="16372"/>
                </a:moveTo>
                <a:lnTo>
                  <a:pt x="0" y="16688"/>
                </a:lnTo>
                <a:lnTo>
                  <a:pt x="21309" y="16688"/>
                </a:lnTo>
                <a:cubicBezTo>
                  <a:pt x="21297" y="16583"/>
                  <a:pt x="21285" y="16477"/>
                  <a:pt x="21272" y="16372"/>
                </a:cubicBezTo>
                <a:lnTo>
                  <a:pt x="0" y="16372"/>
                </a:lnTo>
                <a:close/>
                <a:moveTo>
                  <a:pt x="0" y="18826"/>
                </a:moveTo>
                <a:lnTo>
                  <a:pt x="0" y="19142"/>
                </a:lnTo>
                <a:lnTo>
                  <a:pt x="21514" y="19142"/>
                </a:lnTo>
                <a:cubicBezTo>
                  <a:pt x="21506" y="19037"/>
                  <a:pt x="21502" y="18931"/>
                  <a:pt x="21494" y="18826"/>
                </a:cubicBezTo>
                <a:lnTo>
                  <a:pt x="0" y="18826"/>
                </a:lnTo>
                <a:close/>
                <a:moveTo>
                  <a:pt x="0" y="17190"/>
                </a:moveTo>
                <a:lnTo>
                  <a:pt x="0" y="17506"/>
                </a:lnTo>
                <a:lnTo>
                  <a:pt x="21391" y="17506"/>
                </a:lnTo>
                <a:cubicBezTo>
                  <a:pt x="21383" y="17401"/>
                  <a:pt x="21371" y="17295"/>
                  <a:pt x="21362" y="17190"/>
                </a:cubicBezTo>
                <a:lnTo>
                  <a:pt x="0" y="17190"/>
                </a:lnTo>
                <a:close/>
                <a:moveTo>
                  <a:pt x="0" y="18008"/>
                </a:moveTo>
                <a:lnTo>
                  <a:pt x="0" y="18324"/>
                </a:lnTo>
                <a:lnTo>
                  <a:pt x="21461" y="18324"/>
                </a:lnTo>
                <a:cubicBezTo>
                  <a:pt x="21453" y="18219"/>
                  <a:pt x="21444" y="18113"/>
                  <a:pt x="21436" y="18008"/>
                </a:cubicBezTo>
                <a:lnTo>
                  <a:pt x="0" y="18008"/>
                </a:lnTo>
                <a:close/>
                <a:moveTo>
                  <a:pt x="0" y="818"/>
                </a:moveTo>
                <a:lnTo>
                  <a:pt x="0" y="1134"/>
                </a:lnTo>
                <a:lnTo>
                  <a:pt x="16760" y="1134"/>
                </a:lnTo>
                <a:cubicBezTo>
                  <a:pt x="16703" y="1025"/>
                  <a:pt x="16645" y="919"/>
                  <a:pt x="16592" y="818"/>
                </a:cubicBezTo>
                <a:lnTo>
                  <a:pt x="0" y="818"/>
                </a:lnTo>
                <a:close/>
                <a:moveTo>
                  <a:pt x="0" y="4094"/>
                </a:moveTo>
                <a:lnTo>
                  <a:pt x="0" y="4410"/>
                </a:lnTo>
                <a:lnTo>
                  <a:pt x="18267" y="4410"/>
                </a:lnTo>
                <a:cubicBezTo>
                  <a:pt x="18222" y="4305"/>
                  <a:pt x="18181" y="4199"/>
                  <a:pt x="18136" y="4094"/>
                </a:cubicBezTo>
                <a:lnTo>
                  <a:pt x="0" y="4094"/>
                </a:lnTo>
                <a:close/>
                <a:moveTo>
                  <a:pt x="0" y="1636"/>
                </a:moveTo>
                <a:lnTo>
                  <a:pt x="0" y="1952"/>
                </a:lnTo>
                <a:lnTo>
                  <a:pt x="17174" y="1952"/>
                </a:lnTo>
                <a:cubicBezTo>
                  <a:pt x="17120" y="1843"/>
                  <a:pt x="17067" y="1737"/>
                  <a:pt x="17018" y="1636"/>
                </a:cubicBezTo>
                <a:lnTo>
                  <a:pt x="0" y="1636"/>
                </a:lnTo>
                <a:close/>
                <a:moveTo>
                  <a:pt x="0" y="3272"/>
                </a:moveTo>
                <a:lnTo>
                  <a:pt x="0" y="3588"/>
                </a:lnTo>
                <a:lnTo>
                  <a:pt x="17923" y="3588"/>
                </a:lnTo>
                <a:cubicBezTo>
                  <a:pt x="17878" y="3483"/>
                  <a:pt x="17833" y="3377"/>
                  <a:pt x="17784" y="3272"/>
                </a:cubicBezTo>
                <a:lnTo>
                  <a:pt x="0" y="3272"/>
                </a:lnTo>
                <a:close/>
                <a:moveTo>
                  <a:pt x="0" y="2454"/>
                </a:moveTo>
                <a:lnTo>
                  <a:pt x="0" y="2770"/>
                </a:lnTo>
                <a:lnTo>
                  <a:pt x="17563" y="2770"/>
                </a:lnTo>
                <a:cubicBezTo>
                  <a:pt x="17513" y="2660"/>
                  <a:pt x="17464" y="2555"/>
                  <a:pt x="17415" y="2454"/>
                </a:cubicBezTo>
                <a:lnTo>
                  <a:pt x="0" y="2454"/>
                </a:lnTo>
                <a:close/>
                <a:moveTo>
                  <a:pt x="0" y="0"/>
                </a:moveTo>
                <a:lnTo>
                  <a:pt x="0" y="316"/>
                </a:lnTo>
                <a:lnTo>
                  <a:pt x="16314" y="316"/>
                </a:lnTo>
                <a:cubicBezTo>
                  <a:pt x="16248" y="198"/>
                  <a:pt x="16187" y="93"/>
                  <a:pt x="16129" y="0"/>
                </a:cubicBezTo>
                <a:lnTo>
                  <a:pt x="0" y="0"/>
                </a:lnTo>
                <a:close/>
                <a:moveTo>
                  <a:pt x="21592" y="21284"/>
                </a:moveTo>
                <a:lnTo>
                  <a:pt x="0" y="21284"/>
                </a:lnTo>
                <a:lnTo>
                  <a:pt x="0" y="21600"/>
                </a:lnTo>
                <a:lnTo>
                  <a:pt x="21600" y="21600"/>
                </a:lnTo>
                <a:cubicBezTo>
                  <a:pt x="21596" y="21490"/>
                  <a:pt x="21596" y="21385"/>
                  <a:pt x="21592" y="21284"/>
                </a:cubicBezTo>
                <a:close/>
                <a:moveTo>
                  <a:pt x="0" y="6548"/>
                </a:moveTo>
                <a:lnTo>
                  <a:pt x="0" y="6864"/>
                </a:lnTo>
                <a:lnTo>
                  <a:pt x="19172" y="6864"/>
                </a:lnTo>
                <a:cubicBezTo>
                  <a:pt x="19135" y="6759"/>
                  <a:pt x="19102" y="6653"/>
                  <a:pt x="19065" y="6548"/>
                </a:cubicBezTo>
                <a:lnTo>
                  <a:pt x="0" y="6548"/>
                </a:lnTo>
                <a:close/>
                <a:moveTo>
                  <a:pt x="0" y="8184"/>
                </a:moveTo>
                <a:lnTo>
                  <a:pt x="0" y="8500"/>
                </a:lnTo>
                <a:lnTo>
                  <a:pt x="19684" y="8500"/>
                </a:lnTo>
                <a:cubicBezTo>
                  <a:pt x="19651" y="8395"/>
                  <a:pt x="19622" y="8289"/>
                  <a:pt x="19589" y="8184"/>
                </a:cubicBezTo>
                <a:lnTo>
                  <a:pt x="0" y="8184"/>
                </a:lnTo>
                <a:close/>
                <a:moveTo>
                  <a:pt x="0" y="7366"/>
                </a:moveTo>
                <a:lnTo>
                  <a:pt x="0" y="7682"/>
                </a:lnTo>
                <a:lnTo>
                  <a:pt x="19438" y="7682"/>
                </a:lnTo>
                <a:cubicBezTo>
                  <a:pt x="19405" y="7577"/>
                  <a:pt x="19372" y="7471"/>
                  <a:pt x="19336" y="7366"/>
                </a:cubicBezTo>
                <a:lnTo>
                  <a:pt x="0" y="7366"/>
                </a:lnTo>
                <a:close/>
                <a:moveTo>
                  <a:pt x="0" y="9002"/>
                </a:moveTo>
                <a:lnTo>
                  <a:pt x="0" y="9318"/>
                </a:lnTo>
                <a:lnTo>
                  <a:pt x="19917" y="9318"/>
                </a:lnTo>
                <a:cubicBezTo>
                  <a:pt x="19888" y="9213"/>
                  <a:pt x="19860" y="9107"/>
                  <a:pt x="19831" y="9002"/>
                </a:cubicBezTo>
                <a:lnTo>
                  <a:pt x="0" y="9002"/>
                </a:lnTo>
                <a:close/>
                <a:moveTo>
                  <a:pt x="0" y="5730"/>
                </a:moveTo>
                <a:lnTo>
                  <a:pt x="0" y="6046"/>
                </a:lnTo>
                <a:lnTo>
                  <a:pt x="18889" y="6046"/>
                </a:lnTo>
                <a:cubicBezTo>
                  <a:pt x="18852" y="5941"/>
                  <a:pt x="18811" y="5835"/>
                  <a:pt x="18775" y="5730"/>
                </a:cubicBezTo>
                <a:lnTo>
                  <a:pt x="0" y="5730"/>
                </a:lnTo>
                <a:close/>
                <a:moveTo>
                  <a:pt x="0" y="9824"/>
                </a:moveTo>
                <a:lnTo>
                  <a:pt x="0" y="10140"/>
                </a:lnTo>
                <a:lnTo>
                  <a:pt x="20130" y="10140"/>
                </a:lnTo>
                <a:cubicBezTo>
                  <a:pt x="20101" y="10035"/>
                  <a:pt x="20077" y="9929"/>
                  <a:pt x="20048" y="9824"/>
                </a:cubicBezTo>
                <a:lnTo>
                  <a:pt x="0" y="9824"/>
                </a:lnTo>
                <a:close/>
                <a:moveTo>
                  <a:pt x="0" y="4912"/>
                </a:moveTo>
                <a:lnTo>
                  <a:pt x="0" y="5228"/>
                </a:lnTo>
                <a:lnTo>
                  <a:pt x="18586" y="5228"/>
                </a:lnTo>
                <a:cubicBezTo>
                  <a:pt x="18545" y="5123"/>
                  <a:pt x="18504" y="5017"/>
                  <a:pt x="18463" y="4912"/>
                </a:cubicBezTo>
                <a:lnTo>
                  <a:pt x="0" y="4912"/>
                </a:ln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19"/>
          <p:cNvSpPr/>
          <p:nvPr/>
        </p:nvSpPr>
        <p:spPr>
          <a:xfrm>
            <a:off x="0" y="5363553"/>
            <a:ext cx="12192000" cy="1494447"/>
          </a:xfrm>
          <a:custGeom>
            <a:rect b="b" l="l" r="r" t="t"/>
            <a:pathLst>
              <a:path extrusionOk="0" h="1494447" w="12192000">
                <a:moveTo>
                  <a:pt x="12192000" y="0"/>
                </a:moveTo>
                <a:lnTo>
                  <a:pt x="12192000" y="1494447"/>
                </a:lnTo>
                <a:lnTo>
                  <a:pt x="0" y="1494447"/>
                </a:lnTo>
                <a:lnTo>
                  <a:pt x="0" y="882485"/>
                </a:lnTo>
                <a:cubicBezTo>
                  <a:pt x="0" y="882485"/>
                  <a:pt x="4342904" y="299907"/>
                  <a:pt x="8982391" y="81440"/>
                </a:cubicBezTo>
                <a:lnTo>
                  <a:pt x="9434054" y="63139"/>
                </a:lnTo>
                <a:lnTo>
                  <a:pt x="9553427" y="185135"/>
                </a:lnTo>
                <a:cubicBezTo>
                  <a:pt x="9994194" y="618614"/>
                  <a:pt x="10410775" y="904193"/>
                  <a:pt x="10719430" y="863813"/>
                </a:cubicBezTo>
                <a:cubicBezTo>
                  <a:pt x="10996634" y="827128"/>
                  <a:pt x="11209599" y="523981"/>
                  <a:pt x="11359883" y="73796"/>
                </a:cubicBezTo>
                <a:lnTo>
                  <a:pt x="11380043" y="7578"/>
                </a:lnTo>
                <a:close/>
              </a:path>
            </a:pathLst>
          </a:custGeom>
          <a:solidFill>
            <a:schemeClr val="dk2"/>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9"/>
          <p:cNvSpPr/>
          <p:nvPr/>
        </p:nvSpPr>
        <p:spPr>
          <a:xfrm>
            <a:off x="8726677" y="5088940"/>
            <a:ext cx="1235868" cy="1112211"/>
          </a:xfrm>
          <a:custGeom>
            <a:rect b="b" l="l" r="r" t="t"/>
            <a:pathLst>
              <a:path extrusionOk="0" h="1112211" w="1235868">
                <a:moveTo>
                  <a:pt x="396346" y="0"/>
                </a:moveTo>
                <a:lnTo>
                  <a:pt x="444980" y="56126"/>
                </a:lnTo>
                <a:cubicBezTo>
                  <a:pt x="700838" y="343817"/>
                  <a:pt x="956611" y="599825"/>
                  <a:pt x="1196674" y="790928"/>
                </a:cubicBezTo>
                <a:lnTo>
                  <a:pt x="1235868" y="819878"/>
                </a:lnTo>
                <a:lnTo>
                  <a:pt x="1235578" y="822359"/>
                </a:lnTo>
                <a:cubicBezTo>
                  <a:pt x="1222835" y="869703"/>
                  <a:pt x="1196364" y="906666"/>
                  <a:pt x="1153694" y="928160"/>
                </a:cubicBezTo>
                <a:cubicBezTo>
                  <a:pt x="812330" y="1100111"/>
                  <a:pt x="-44929" y="1290994"/>
                  <a:pt x="1841" y="792814"/>
                </a:cubicBezTo>
                <a:cubicBezTo>
                  <a:pt x="48611" y="293456"/>
                  <a:pt x="333080" y="46880"/>
                  <a:pt x="333080" y="46880"/>
                </a:cubicBezTo>
                <a:close/>
              </a:path>
            </a:pathLst>
          </a:custGeom>
          <a:solidFill>
            <a:schemeClr val="accent4"/>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9"/>
          <p:cNvSpPr txBox="1"/>
          <p:nvPr>
            <p:ph type="title"/>
          </p:nvPr>
        </p:nvSpPr>
        <p:spPr>
          <a:xfrm>
            <a:off x="838200" y="365125"/>
            <a:ext cx="667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Game Development</a:t>
            </a:r>
            <a:endParaRPr/>
          </a:p>
        </p:txBody>
      </p:sp>
      <p:sp>
        <p:nvSpPr>
          <p:cNvPr id="265" name="Google Shape;265;p19"/>
          <p:cNvSpPr txBox="1"/>
          <p:nvPr>
            <p:ph idx="1" type="body"/>
          </p:nvPr>
        </p:nvSpPr>
        <p:spPr>
          <a:xfrm>
            <a:off x="838200" y="1825625"/>
            <a:ext cx="6678000" cy="3537900"/>
          </a:xfrm>
          <a:prstGeom prst="rect">
            <a:avLst/>
          </a:prstGeom>
          <a:noFill/>
          <a:ln>
            <a:noFill/>
          </a:ln>
        </p:spPr>
        <p:txBody>
          <a:bodyPr anchorCtr="0" anchor="t" bIns="45700" lIns="91425" spcFirstLastPara="1" rIns="91425" wrap="square" tIns="45700">
            <a:noAutofit/>
          </a:bodyPr>
          <a:lstStyle/>
          <a:p>
            <a:pPr indent="-146050" lvl="0" marL="228600" rtl="0" algn="l">
              <a:lnSpc>
                <a:spcPct val="90000"/>
              </a:lnSpc>
              <a:spcBef>
                <a:spcPts val="2200"/>
              </a:spcBef>
              <a:spcAft>
                <a:spcPts val="0"/>
              </a:spcAft>
              <a:buSzPts val="1500"/>
              <a:buChar char="•"/>
            </a:pPr>
            <a:r>
              <a:rPr lang="en-US" sz="2500"/>
              <a:t>Previous Knowledge</a:t>
            </a:r>
            <a:endParaRPr sz="2500"/>
          </a:p>
          <a:p>
            <a:pPr indent="-209550" lvl="0" marL="228600" rtl="0" algn="l">
              <a:lnSpc>
                <a:spcPct val="90000"/>
              </a:lnSpc>
              <a:spcBef>
                <a:spcPts val="2200"/>
              </a:spcBef>
              <a:spcAft>
                <a:spcPts val="0"/>
              </a:spcAft>
              <a:buSzPts val="2500"/>
              <a:buChar char="•"/>
            </a:pPr>
            <a:r>
              <a:rPr lang="en-US" sz="2500"/>
              <a:t>Implement Animation?</a:t>
            </a:r>
            <a:endParaRPr sz="2500"/>
          </a:p>
          <a:p>
            <a:pPr indent="-209550" lvl="0" marL="228600" rtl="0" algn="l">
              <a:lnSpc>
                <a:spcPct val="90000"/>
              </a:lnSpc>
              <a:spcBef>
                <a:spcPts val="2200"/>
              </a:spcBef>
              <a:spcAft>
                <a:spcPts val="0"/>
              </a:spcAft>
              <a:buSzPts val="2500"/>
              <a:buChar char="•"/>
            </a:pPr>
            <a:r>
              <a:rPr lang="en-US" sz="2500"/>
              <a:t>Character Movement for growth</a:t>
            </a:r>
            <a:endParaRPr sz="2500"/>
          </a:p>
          <a:p>
            <a:pPr indent="-209550" lvl="0" marL="228600" rtl="0" algn="l">
              <a:lnSpc>
                <a:spcPct val="90000"/>
              </a:lnSpc>
              <a:spcBef>
                <a:spcPts val="2200"/>
              </a:spcBef>
              <a:spcAft>
                <a:spcPts val="0"/>
              </a:spcAft>
              <a:buSzPts val="2500"/>
              <a:buChar char="•"/>
            </a:pPr>
            <a:r>
              <a:rPr lang="en-US" sz="2500"/>
              <a:t>Advanced Features</a:t>
            </a:r>
            <a:endParaRPr sz="2500"/>
          </a:p>
        </p:txBody>
      </p:sp>
      <p:pic>
        <p:nvPicPr>
          <p:cNvPr id="266" name="Google Shape;266;p19"/>
          <p:cNvPicPr preferRelativeResize="0"/>
          <p:nvPr/>
        </p:nvPicPr>
        <p:blipFill>
          <a:blip r:embed="rId3">
            <a:alphaModFix/>
          </a:blip>
          <a:stretch>
            <a:fillRect/>
          </a:stretch>
        </p:blipFill>
        <p:spPr>
          <a:xfrm>
            <a:off x="8726675" y="1825625"/>
            <a:ext cx="2463950" cy="24570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F0"/>
        </a:solidFill>
      </p:bgPr>
    </p:bg>
    <p:spTree>
      <p:nvGrpSpPr>
        <p:cNvPr id="271" name="Shape 271"/>
        <p:cNvGrpSpPr/>
        <p:nvPr/>
      </p:nvGrpSpPr>
      <p:grpSpPr>
        <a:xfrm>
          <a:off x="0" y="0"/>
          <a:ext cx="0" cy="0"/>
          <a:chOff x="0" y="0"/>
          <a:chExt cx="0" cy="0"/>
        </a:xfrm>
      </p:grpSpPr>
      <p:sp>
        <p:nvSpPr>
          <p:cNvPr id="272" name="Google Shape;272;p20"/>
          <p:cNvSpPr/>
          <p:nvPr/>
        </p:nvSpPr>
        <p:spPr>
          <a:xfrm>
            <a:off x="0" y="0"/>
            <a:ext cx="12192000" cy="6858000"/>
          </a:xfrm>
          <a:custGeom>
            <a:rect b="b" l="l" r="r" t="t"/>
            <a:pathLst>
              <a:path extrusionOk="0" h="6858000" w="12192000">
                <a:moveTo>
                  <a:pt x="10556455" y="405874"/>
                </a:moveTo>
                <a:cubicBezTo>
                  <a:pt x="9937078" y="373788"/>
                  <a:pt x="9028481" y="886129"/>
                  <a:pt x="8298270" y="1384878"/>
                </a:cubicBezTo>
                <a:cubicBezTo>
                  <a:pt x="7596512" y="1864119"/>
                  <a:pt x="7423304" y="2826094"/>
                  <a:pt x="7911358" y="3521664"/>
                </a:cubicBezTo>
                <a:cubicBezTo>
                  <a:pt x="8744579" y="4708993"/>
                  <a:pt x="10013933" y="6319662"/>
                  <a:pt x="10719430" y="6227366"/>
                </a:cubicBezTo>
                <a:cubicBezTo>
                  <a:pt x="11828246" y="6080624"/>
                  <a:pt x="11909242" y="1670501"/>
                  <a:pt x="11062106" y="640103"/>
                </a:cubicBezTo>
                <a:cubicBezTo>
                  <a:pt x="10937237" y="487757"/>
                  <a:pt x="10762914" y="416569"/>
                  <a:pt x="10556455" y="405874"/>
                </a:cubicBez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 name="Google Shape;273;p20"/>
          <p:cNvSpPr/>
          <p:nvPr/>
        </p:nvSpPr>
        <p:spPr>
          <a:xfrm rot="10800000">
            <a:off x="8167157" y="179347"/>
            <a:ext cx="4024843" cy="6542128"/>
          </a:xfrm>
          <a:custGeom>
            <a:rect b="b" l="l" r="r" t="t"/>
            <a:pathLst>
              <a:path extrusionOk="0" h="6542128" w="4024843">
                <a:moveTo>
                  <a:pt x="3039874" y="95709"/>
                </a:moveTo>
                <a:lnTo>
                  <a:pt x="0" y="95709"/>
                </a:lnTo>
                <a:lnTo>
                  <a:pt x="0" y="0"/>
                </a:lnTo>
                <a:lnTo>
                  <a:pt x="3005402" y="0"/>
                </a:lnTo>
                <a:cubicBezTo>
                  <a:pt x="3016210" y="28168"/>
                  <a:pt x="3027576" y="59970"/>
                  <a:pt x="3039874" y="95709"/>
                </a:cubicBezTo>
                <a:close/>
                <a:moveTo>
                  <a:pt x="3122980" y="343462"/>
                </a:moveTo>
                <a:lnTo>
                  <a:pt x="0" y="343462"/>
                </a:lnTo>
                <a:lnTo>
                  <a:pt x="0" y="247753"/>
                </a:lnTo>
                <a:lnTo>
                  <a:pt x="3091676" y="247753"/>
                </a:lnTo>
                <a:cubicBezTo>
                  <a:pt x="3101552" y="278344"/>
                  <a:pt x="3112359" y="310448"/>
                  <a:pt x="3122980" y="343462"/>
                </a:cubicBezTo>
                <a:close/>
                <a:moveTo>
                  <a:pt x="1250048" y="591215"/>
                </a:moveTo>
                <a:lnTo>
                  <a:pt x="0" y="591215"/>
                </a:lnTo>
                <a:lnTo>
                  <a:pt x="0" y="495506"/>
                </a:lnTo>
                <a:lnTo>
                  <a:pt x="1467151" y="495506"/>
                </a:lnTo>
                <a:lnTo>
                  <a:pt x="1371627" y="520123"/>
                </a:lnTo>
                <a:cubicBezTo>
                  <a:pt x="1338981" y="532803"/>
                  <a:pt x="1307335" y="549412"/>
                  <a:pt x="1276687" y="569719"/>
                </a:cubicBezTo>
                <a:close/>
                <a:moveTo>
                  <a:pt x="3200123" y="591215"/>
                </a:moveTo>
                <a:lnTo>
                  <a:pt x="1885620" y="591215"/>
                </a:lnTo>
                <a:lnTo>
                  <a:pt x="1761609" y="535172"/>
                </a:lnTo>
                <a:cubicBezTo>
                  <a:pt x="1709682" y="516408"/>
                  <a:pt x="1659469" y="503258"/>
                  <a:pt x="1611214" y="496241"/>
                </a:cubicBezTo>
                <a:lnTo>
                  <a:pt x="1563383" y="495506"/>
                </a:lnTo>
                <a:lnTo>
                  <a:pt x="3171054" y="495506"/>
                </a:lnTo>
                <a:cubicBezTo>
                  <a:pt x="3180185" y="526096"/>
                  <a:pt x="3190061" y="558201"/>
                  <a:pt x="3200123" y="591215"/>
                </a:cubicBezTo>
                <a:close/>
                <a:moveTo>
                  <a:pt x="1032550" y="838968"/>
                </a:moveTo>
                <a:lnTo>
                  <a:pt x="0" y="838968"/>
                </a:lnTo>
                <a:lnTo>
                  <a:pt x="0" y="743259"/>
                </a:lnTo>
                <a:lnTo>
                  <a:pt x="1098415" y="743259"/>
                </a:lnTo>
                <a:close/>
                <a:moveTo>
                  <a:pt x="3272607" y="838968"/>
                </a:moveTo>
                <a:lnTo>
                  <a:pt x="2265075" y="838968"/>
                </a:lnTo>
                <a:lnTo>
                  <a:pt x="2135504" y="743259"/>
                </a:lnTo>
                <a:lnTo>
                  <a:pt x="3245030" y="743259"/>
                </a:lnTo>
                <a:cubicBezTo>
                  <a:pt x="3254160" y="773849"/>
                  <a:pt x="3263290" y="805651"/>
                  <a:pt x="3272607" y="838968"/>
                </a:cubicBezTo>
                <a:close/>
                <a:moveTo>
                  <a:pt x="907305" y="1086720"/>
                </a:moveTo>
                <a:lnTo>
                  <a:pt x="0" y="1086720"/>
                </a:lnTo>
                <a:lnTo>
                  <a:pt x="0" y="991011"/>
                </a:lnTo>
                <a:lnTo>
                  <a:pt x="949893" y="991011"/>
                </a:lnTo>
                <a:close/>
                <a:moveTo>
                  <a:pt x="3339688" y="1086720"/>
                </a:moveTo>
                <a:lnTo>
                  <a:pt x="2547145" y="1086720"/>
                </a:lnTo>
                <a:lnTo>
                  <a:pt x="2451397" y="996585"/>
                </a:lnTo>
                <a:lnTo>
                  <a:pt x="2444825" y="991011"/>
                </a:lnTo>
                <a:lnTo>
                  <a:pt x="3313788" y="991011"/>
                </a:lnTo>
                <a:cubicBezTo>
                  <a:pt x="3322918" y="1022813"/>
                  <a:pt x="3331303" y="1054918"/>
                  <a:pt x="3339688" y="1086720"/>
                </a:cubicBezTo>
                <a:close/>
                <a:moveTo>
                  <a:pt x="816420" y="1335685"/>
                </a:moveTo>
                <a:lnTo>
                  <a:pt x="0" y="1335685"/>
                </a:lnTo>
                <a:lnTo>
                  <a:pt x="0" y="1239976"/>
                </a:lnTo>
                <a:lnTo>
                  <a:pt x="848308" y="1239976"/>
                </a:lnTo>
                <a:lnTo>
                  <a:pt x="832117" y="1284126"/>
                </a:lnTo>
                <a:close/>
                <a:moveTo>
                  <a:pt x="3403787" y="1335685"/>
                </a:moveTo>
                <a:lnTo>
                  <a:pt x="2797969" y="1335685"/>
                </a:lnTo>
                <a:lnTo>
                  <a:pt x="2704316" y="1239976"/>
                </a:lnTo>
                <a:lnTo>
                  <a:pt x="3379378" y="1239976"/>
                </a:lnTo>
                <a:cubicBezTo>
                  <a:pt x="3387762" y="1271778"/>
                  <a:pt x="3395402" y="1303883"/>
                  <a:pt x="3403787" y="1335685"/>
                </a:cubicBezTo>
                <a:close/>
                <a:moveTo>
                  <a:pt x="747343" y="1583437"/>
                </a:moveTo>
                <a:lnTo>
                  <a:pt x="0" y="1583437"/>
                </a:lnTo>
                <a:lnTo>
                  <a:pt x="0" y="1487729"/>
                </a:lnTo>
                <a:lnTo>
                  <a:pt x="771575" y="1487729"/>
                </a:lnTo>
                <a:close/>
                <a:moveTo>
                  <a:pt x="3463228" y="1583437"/>
                </a:moveTo>
                <a:lnTo>
                  <a:pt x="3026433" y="1583437"/>
                </a:lnTo>
                <a:lnTo>
                  <a:pt x="3020343" y="1576409"/>
                </a:lnTo>
                <a:lnTo>
                  <a:pt x="2939151" y="1487729"/>
                </a:lnTo>
                <a:lnTo>
                  <a:pt x="3440309" y="1487729"/>
                </a:lnTo>
                <a:cubicBezTo>
                  <a:pt x="3447949" y="1519531"/>
                  <a:pt x="3455588" y="1551635"/>
                  <a:pt x="3463228" y="1583437"/>
                </a:cubicBezTo>
                <a:close/>
                <a:moveTo>
                  <a:pt x="692583" y="1831190"/>
                </a:moveTo>
                <a:lnTo>
                  <a:pt x="0" y="1831190"/>
                </a:lnTo>
                <a:lnTo>
                  <a:pt x="0" y="1735481"/>
                </a:lnTo>
                <a:lnTo>
                  <a:pt x="712665" y="1735481"/>
                </a:lnTo>
                <a:close/>
                <a:moveTo>
                  <a:pt x="3519688" y="1831190"/>
                </a:moveTo>
                <a:lnTo>
                  <a:pt x="3239251" y="1831190"/>
                </a:lnTo>
                <a:lnTo>
                  <a:pt x="3212009" y="1797599"/>
                </a:lnTo>
                <a:lnTo>
                  <a:pt x="3158182" y="1735481"/>
                </a:lnTo>
                <a:lnTo>
                  <a:pt x="3498446" y="1735481"/>
                </a:lnTo>
                <a:cubicBezTo>
                  <a:pt x="3505154" y="1767283"/>
                  <a:pt x="3512794" y="1799388"/>
                  <a:pt x="3519688" y="1831190"/>
                </a:cubicBezTo>
                <a:close/>
                <a:moveTo>
                  <a:pt x="650515" y="2078943"/>
                </a:moveTo>
                <a:lnTo>
                  <a:pt x="0" y="2078943"/>
                </a:lnTo>
                <a:lnTo>
                  <a:pt x="0" y="1983234"/>
                </a:lnTo>
                <a:lnTo>
                  <a:pt x="665825" y="1983234"/>
                </a:lnTo>
                <a:lnTo>
                  <a:pt x="653507" y="2054753"/>
                </a:lnTo>
                <a:close/>
                <a:moveTo>
                  <a:pt x="3572421" y="2078943"/>
                </a:moveTo>
                <a:lnTo>
                  <a:pt x="3440176" y="2078943"/>
                </a:lnTo>
                <a:lnTo>
                  <a:pt x="3362557" y="1983234"/>
                </a:lnTo>
                <a:lnTo>
                  <a:pt x="3552483" y="1983234"/>
                </a:lnTo>
                <a:cubicBezTo>
                  <a:pt x="3559377" y="2015036"/>
                  <a:pt x="3565526" y="2047141"/>
                  <a:pt x="3572421" y="2078943"/>
                </a:cubicBezTo>
                <a:close/>
                <a:moveTo>
                  <a:pt x="3616408" y="2298606"/>
                </a:moveTo>
                <a:lnTo>
                  <a:pt x="3589576" y="2263162"/>
                </a:lnTo>
                <a:lnTo>
                  <a:pt x="3563483" y="2230987"/>
                </a:lnTo>
                <a:lnTo>
                  <a:pt x="3602980" y="2230987"/>
                </a:lnTo>
                <a:close/>
                <a:moveTo>
                  <a:pt x="619880" y="2326696"/>
                </a:moveTo>
                <a:lnTo>
                  <a:pt x="0" y="2326696"/>
                </a:lnTo>
                <a:lnTo>
                  <a:pt x="0" y="2230987"/>
                </a:lnTo>
                <a:lnTo>
                  <a:pt x="631714" y="2230987"/>
                </a:lnTo>
                <a:close/>
                <a:moveTo>
                  <a:pt x="593685" y="2574449"/>
                </a:moveTo>
                <a:lnTo>
                  <a:pt x="0" y="2574449"/>
                </a:lnTo>
                <a:lnTo>
                  <a:pt x="0" y="2478740"/>
                </a:lnTo>
                <a:lnTo>
                  <a:pt x="601079" y="2478740"/>
                </a:lnTo>
                <a:lnTo>
                  <a:pt x="599095" y="2494786"/>
                </a:lnTo>
                <a:close/>
                <a:moveTo>
                  <a:pt x="576861" y="2822201"/>
                </a:moveTo>
                <a:lnTo>
                  <a:pt x="0" y="2822201"/>
                </a:lnTo>
                <a:lnTo>
                  <a:pt x="0" y="2726493"/>
                </a:lnTo>
                <a:lnTo>
                  <a:pt x="583360" y="2726493"/>
                </a:lnTo>
                <a:close/>
                <a:moveTo>
                  <a:pt x="565701" y="3071166"/>
                </a:moveTo>
                <a:lnTo>
                  <a:pt x="0" y="3071166"/>
                </a:lnTo>
                <a:lnTo>
                  <a:pt x="0" y="2975457"/>
                </a:lnTo>
                <a:lnTo>
                  <a:pt x="567409" y="2975457"/>
                </a:lnTo>
                <a:close/>
                <a:moveTo>
                  <a:pt x="561279" y="3318919"/>
                </a:moveTo>
                <a:lnTo>
                  <a:pt x="0" y="3318919"/>
                </a:lnTo>
                <a:lnTo>
                  <a:pt x="0" y="3223210"/>
                </a:lnTo>
                <a:lnTo>
                  <a:pt x="562987" y="3223210"/>
                </a:lnTo>
                <a:close/>
                <a:moveTo>
                  <a:pt x="563542" y="3566671"/>
                </a:moveTo>
                <a:lnTo>
                  <a:pt x="0" y="3566671"/>
                </a:lnTo>
                <a:lnTo>
                  <a:pt x="0" y="3470962"/>
                </a:lnTo>
                <a:lnTo>
                  <a:pt x="560626" y="3470962"/>
                </a:lnTo>
                <a:close/>
                <a:moveTo>
                  <a:pt x="571090" y="3814424"/>
                </a:moveTo>
                <a:lnTo>
                  <a:pt x="0" y="3814424"/>
                </a:lnTo>
                <a:lnTo>
                  <a:pt x="0" y="3718715"/>
                </a:lnTo>
                <a:lnTo>
                  <a:pt x="568174" y="3718715"/>
                </a:lnTo>
                <a:close/>
                <a:moveTo>
                  <a:pt x="586791" y="4062177"/>
                </a:moveTo>
                <a:lnTo>
                  <a:pt x="0" y="4062177"/>
                </a:lnTo>
                <a:lnTo>
                  <a:pt x="0" y="3966468"/>
                </a:lnTo>
                <a:lnTo>
                  <a:pt x="579081" y="3966468"/>
                </a:lnTo>
                <a:close/>
                <a:moveTo>
                  <a:pt x="606750" y="4309929"/>
                </a:moveTo>
                <a:lnTo>
                  <a:pt x="0" y="4309929"/>
                </a:lnTo>
                <a:lnTo>
                  <a:pt x="0" y="4214221"/>
                </a:lnTo>
                <a:lnTo>
                  <a:pt x="599040" y="4214221"/>
                </a:lnTo>
                <a:close/>
                <a:moveTo>
                  <a:pt x="637841" y="4557683"/>
                </a:moveTo>
                <a:lnTo>
                  <a:pt x="0" y="4557683"/>
                </a:lnTo>
                <a:lnTo>
                  <a:pt x="0" y="4461974"/>
                </a:lnTo>
                <a:lnTo>
                  <a:pt x="624782" y="4461974"/>
                </a:lnTo>
                <a:close/>
                <a:moveTo>
                  <a:pt x="672413" y="4806647"/>
                </a:moveTo>
                <a:lnTo>
                  <a:pt x="0" y="4806647"/>
                </a:lnTo>
                <a:lnTo>
                  <a:pt x="0" y="4710938"/>
                </a:lnTo>
                <a:lnTo>
                  <a:pt x="658751" y="4710938"/>
                </a:lnTo>
                <a:lnTo>
                  <a:pt x="670124" y="4794299"/>
                </a:lnTo>
                <a:close/>
                <a:moveTo>
                  <a:pt x="720385" y="5054399"/>
                </a:moveTo>
                <a:lnTo>
                  <a:pt x="0" y="5054399"/>
                </a:lnTo>
                <a:lnTo>
                  <a:pt x="0" y="4958690"/>
                </a:lnTo>
                <a:lnTo>
                  <a:pt x="700587" y="4958690"/>
                </a:lnTo>
                <a:lnTo>
                  <a:pt x="708242" y="5000002"/>
                </a:lnTo>
                <a:close/>
                <a:moveTo>
                  <a:pt x="780364" y="5302153"/>
                </a:moveTo>
                <a:lnTo>
                  <a:pt x="0" y="5302153"/>
                </a:lnTo>
                <a:lnTo>
                  <a:pt x="0" y="5206443"/>
                </a:lnTo>
                <a:lnTo>
                  <a:pt x="754796" y="5206443"/>
                </a:lnTo>
                <a:close/>
                <a:moveTo>
                  <a:pt x="3985899" y="5302153"/>
                </a:moveTo>
                <a:lnTo>
                  <a:pt x="3939022" y="5302153"/>
                </a:lnTo>
                <a:lnTo>
                  <a:pt x="3983969" y="5267970"/>
                </a:lnTo>
                <a:close/>
                <a:moveTo>
                  <a:pt x="855417" y="5549905"/>
                </a:moveTo>
                <a:lnTo>
                  <a:pt x="0" y="5549905"/>
                </a:lnTo>
                <a:lnTo>
                  <a:pt x="0" y="5454196"/>
                </a:lnTo>
                <a:lnTo>
                  <a:pt x="824854" y="5454196"/>
                </a:lnTo>
                <a:close/>
                <a:moveTo>
                  <a:pt x="3998943" y="5549905"/>
                </a:moveTo>
                <a:lnTo>
                  <a:pt x="3569327" y="5549905"/>
                </a:lnTo>
                <a:lnTo>
                  <a:pt x="3612452" y="5523175"/>
                </a:lnTo>
                <a:lnTo>
                  <a:pt x="3716442" y="5454196"/>
                </a:lnTo>
                <a:lnTo>
                  <a:pt x="3994284" y="5454196"/>
                </a:lnTo>
                <a:cubicBezTo>
                  <a:pt x="3995775" y="5485998"/>
                  <a:pt x="3997452" y="5518103"/>
                  <a:pt x="3998943" y="5549905"/>
                </a:cubicBezTo>
                <a:close/>
                <a:moveTo>
                  <a:pt x="957459" y="5797658"/>
                </a:moveTo>
                <a:lnTo>
                  <a:pt x="0" y="5797658"/>
                </a:lnTo>
                <a:lnTo>
                  <a:pt x="0" y="5701949"/>
                </a:lnTo>
                <a:lnTo>
                  <a:pt x="913583" y="5701949"/>
                </a:lnTo>
                <a:lnTo>
                  <a:pt x="916191" y="5708756"/>
                </a:lnTo>
                <a:close/>
                <a:moveTo>
                  <a:pt x="4008819" y="5797658"/>
                </a:moveTo>
                <a:lnTo>
                  <a:pt x="3155979" y="5797658"/>
                </a:lnTo>
                <a:lnTo>
                  <a:pt x="3319931" y="5704488"/>
                </a:lnTo>
                <a:lnTo>
                  <a:pt x="3324027" y="5701949"/>
                </a:lnTo>
                <a:lnTo>
                  <a:pt x="4005092" y="5701949"/>
                </a:lnTo>
                <a:cubicBezTo>
                  <a:pt x="4006583" y="5733751"/>
                  <a:pt x="4007328" y="5765856"/>
                  <a:pt x="4008819" y="5797658"/>
                </a:cubicBezTo>
                <a:close/>
                <a:moveTo>
                  <a:pt x="1103940" y="6045411"/>
                </a:moveTo>
                <a:lnTo>
                  <a:pt x="0" y="6045411"/>
                </a:lnTo>
                <a:lnTo>
                  <a:pt x="0" y="5949702"/>
                </a:lnTo>
                <a:lnTo>
                  <a:pt x="1038682" y="5949702"/>
                </a:lnTo>
                <a:lnTo>
                  <a:pt x="1053197" y="5975104"/>
                </a:lnTo>
                <a:close/>
                <a:moveTo>
                  <a:pt x="4016458" y="6045411"/>
                </a:moveTo>
                <a:lnTo>
                  <a:pt x="2676033" y="6045411"/>
                </a:lnTo>
                <a:lnTo>
                  <a:pt x="2723075" y="6025162"/>
                </a:lnTo>
                <a:lnTo>
                  <a:pt x="2872118" y="5949702"/>
                </a:lnTo>
                <a:lnTo>
                  <a:pt x="4013477" y="5949702"/>
                </a:lnTo>
                <a:cubicBezTo>
                  <a:pt x="4014968" y="5981504"/>
                  <a:pt x="4015713" y="6013306"/>
                  <a:pt x="4016458" y="6045411"/>
                </a:cubicBezTo>
                <a:close/>
                <a:moveTo>
                  <a:pt x="1478623" y="6293163"/>
                </a:moveTo>
                <a:lnTo>
                  <a:pt x="0" y="6293163"/>
                </a:lnTo>
                <a:lnTo>
                  <a:pt x="0" y="6197455"/>
                </a:lnTo>
                <a:lnTo>
                  <a:pt x="1260756" y="6197455"/>
                </a:lnTo>
                <a:lnTo>
                  <a:pt x="1352123" y="6251606"/>
                </a:lnTo>
                <a:close/>
                <a:moveTo>
                  <a:pt x="4021862" y="6293163"/>
                </a:moveTo>
                <a:lnTo>
                  <a:pt x="1936874" y="6293163"/>
                </a:lnTo>
                <a:lnTo>
                  <a:pt x="2011366" y="6279908"/>
                </a:lnTo>
                <a:cubicBezTo>
                  <a:pt x="2055828" y="6270379"/>
                  <a:pt x="2101078" y="6259133"/>
                  <a:pt x="2147000" y="6246304"/>
                </a:cubicBezTo>
                <a:lnTo>
                  <a:pt x="2292580" y="6197455"/>
                </a:lnTo>
                <a:lnTo>
                  <a:pt x="4020185" y="6197455"/>
                </a:lnTo>
                <a:cubicBezTo>
                  <a:pt x="4021117" y="6229257"/>
                  <a:pt x="4021117" y="6261059"/>
                  <a:pt x="4021862" y="6293163"/>
                </a:cubicBezTo>
                <a:close/>
                <a:moveTo>
                  <a:pt x="4024843" y="6542128"/>
                </a:moveTo>
                <a:lnTo>
                  <a:pt x="0" y="6542128"/>
                </a:lnTo>
                <a:lnTo>
                  <a:pt x="0" y="6446419"/>
                </a:lnTo>
                <a:lnTo>
                  <a:pt x="4023353" y="6446419"/>
                </a:lnTo>
                <a:cubicBezTo>
                  <a:pt x="4024098" y="6477009"/>
                  <a:pt x="4024098" y="6508811"/>
                  <a:pt x="4024843" y="6542128"/>
                </a:cubicBez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20"/>
          <p:cNvSpPr/>
          <p:nvPr/>
        </p:nvSpPr>
        <p:spPr>
          <a:xfrm>
            <a:off x="0" y="179347"/>
            <a:ext cx="2377134" cy="6542154"/>
          </a:xfrm>
          <a:custGeom>
            <a:rect b="b" l="l" r="r" t="t"/>
            <a:pathLst>
              <a:path extrusionOk="0" h="21600" w="21600">
                <a:moveTo>
                  <a:pt x="20920" y="13914"/>
                </a:moveTo>
                <a:cubicBezTo>
                  <a:pt x="20937" y="14019"/>
                  <a:pt x="20957" y="14125"/>
                  <a:pt x="20973" y="14230"/>
                </a:cubicBezTo>
                <a:lnTo>
                  <a:pt x="0" y="14230"/>
                </a:lnTo>
                <a:lnTo>
                  <a:pt x="0" y="13914"/>
                </a:lnTo>
                <a:lnTo>
                  <a:pt x="20920" y="13914"/>
                </a:lnTo>
                <a:close/>
                <a:moveTo>
                  <a:pt x="0" y="15554"/>
                </a:moveTo>
                <a:lnTo>
                  <a:pt x="0" y="15870"/>
                </a:lnTo>
                <a:lnTo>
                  <a:pt x="21211" y="15870"/>
                </a:lnTo>
                <a:cubicBezTo>
                  <a:pt x="21199" y="15765"/>
                  <a:pt x="21182" y="15659"/>
                  <a:pt x="21170" y="15554"/>
                </a:cubicBezTo>
                <a:lnTo>
                  <a:pt x="0" y="15554"/>
                </a:lnTo>
                <a:close/>
                <a:moveTo>
                  <a:pt x="0" y="14732"/>
                </a:moveTo>
                <a:lnTo>
                  <a:pt x="0" y="15048"/>
                </a:lnTo>
                <a:lnTo>
                  <a:pt x="21100" y="15048"/>
                </a:lnTo>
                <a:cubicBezTo>
                  <a:pt x="21084" y="14942"/>
                  <a:pt x="21068" y="14837"/>
                  <a:pt x="21055" y="14732"/>
                </a:cubicBezTo>
                <a:lnTo>
                  <a:pt x="0" y="14732"/>
                </a:lnTo>
                <a:close/>
                <a:moveTo>
                  <a:pt x="0" y="13096"/>
                </a:moveTo>
                <a:lnTo>
                  <a:pt x="0" y="13412"/>
                </a:lnTo>
                <a:lnTo>
                  <a:pt x="20838" y="13412"/>
                </a:lnTo>
                <a:cubicBezTo>
                  <a:pt x="20818" y="13307"/>
                  <a:pt x="20802" y="13201"/>
                  <a:pt x="20781" y="13096"/>
                </a:cubicBezTo>
                <a:lnTo>
                  <a:pt x="0" y="13096"/>
                </a:lnTo>
                <a:close/>
                <a:moveTo>
                  <a:pt x="0" y="12278"/>
                </a:moveTo>
                <a:lnTo>
                  <a:pt x="0" y="12594"/>
                </a:lnTo>
                <a:lnTo>
                  <a:pt x="20683" y="12594"/>
                </a:lnTo>
                <a:cubicBezTo>
                  <a:pt x="20662" y="12489"/>
                  <a:pt x="20642" y="12383"/>
                  <a:pt x="20621" y="12278"/>
                </a:cubicBezTo>
                <a:lnTo>
                  <a:pt x="0" y="12278"/>
                </a:lnTo>
                <a:close/>
                <a:moveTo>
                  <a:pt x="0" y="19644"/>
                </a:moveTo>
                <a:lnTo>
                  <a:pt x="0" y="19960"/>
                </a:lnTo>
                <a:lnTo>
                  <a:pt x="21555" y="19960"/>
                </a:lnTo>
                <a:cubicBezTo>
                  <a:pt x="21551" y="19854"/>
                  <a:pt x="21547" y="19749"/>
                  <a:pt x="21539" y="19644"/>
                </a:cubicBezTo>
                <a:lnTo>
                  <a:pt x="0" y="19644"/>
                </a:lnTo>
                <a:close/>
                <a:moveTo>
                  <a:pt x="0" y="11460"/>
                </a:moveTo>
                <a:lnTo>
                  <a:pt x="0" y="11776"/>
                </a:lnTo>
                <a:lnTo>
                  <a:pt x="20515" y="11776"/>
                </a:lnTo>
                <a:cubicBezTo>
                  <a:pt x="20490" y="11671"/>
                  <a:pt x="20470" y="11565"/>
                  <a:pt x="20445" y="11460"/>
                </a:cubicBezTo>
                <a:lnTo>
                  <a:pt x="0" y="11460"/>
                </a:lnTo>
                <a:close/>
                <a:moveTo>
                  <a:pt x="0" y="10642"/>
                </a:moveTo>
                <a:lnTo>
                  <a:pt x="0" y="10958"/>
                </a:lnTo>
                <a:lnTo>
                  <a:pt x="20331" y="10958"/>
                </a:lnTo>
                <a:cubicBezTo>
                  <a:pt x="20306" y="10853"/>
                  <a:pt x="20281" y="10747"/>
                  <a:pt x="20257" y="10642"/>
                </a:cubicBezTo>
                <a:lnTo>
                  <a:pt x="0" y="10642"/>
                </a:lnTo>
                <a:close/>
                <a:moveTo>
                  <a:pt x="0" y="20778"/>
                </a:moveTo>
                <a:lnTo>
                  <a:pt x="21584" y="20778"/>
                </a:lnTo>
                <a:cubicBezTo>
                  <a:pt x="21580" y="20672"/>
                  <a:pt x="21580" y="20567"/>
                  <a:pt x="21575" y="20462"/>
                </a:cubicBezTo>
                <a:lnTo>
                  <a:pt x="0" y="20462"/>
                </a:lnTo>
                <a:lnTo>
                  <a:pt x="0" y="20778"/>
                </a:lnTo>
                <a:close/>
                <a:moveTo>
                  <a:pt x="0" y="16372"/>
                </a:moveTo>
                <a:lnTo>
                  <a:pt x="0" y="16688"/>
                </a:lnTo>
                <a:lnTo>
                  <a:pt x="21309" y="16688"/>
                </a:lnTo>
                <a:cubicBezTo>
                  <a:pt x="21297" y="16583"/>
                  <a:pt x="21285" y="16477"/>
                  <a:pt x="21272" y="16372"/>
                </a:cubicBezTo>
                <a:lnTo>
                  <a:pt x="0" y="16372"/>
                </a:lnTo>
                <a:close/>
                <a:moveTo>
                  <a:pt x="0" y="18826"/>
                </a:moveTo>
                <a:lnTo>
                  <a:pt x="0" y="19142"/>
                </a:lnTo>
                <a:lnTo>
                  <a:pt x="21514" y="19142"/>
                </a:lnTo>
                <a:cubicBezTo>
                  <a:pt x="21506" y="19037"/>
                  <a:pt x="21502" y="18931"/>
                  <a:pt x="21494" y="18826"/>
                </a:cubicBezTo>
                <a:lnTo>
                  <a:pt x="0" y="18826"/>
                </a:lnTo>
                <a:close/>
                <a:moveTo>
                  <a:pt x="0" y="17190"/>
                </a:moveTo>
                <a:lnTo>
                  <a:pt x="0" y="17506"/>
                </a:lnTo>
                <a:lnTo>
                  <a:pt x="21391" y="17506"/>
                </a:lnTo>
                <a:cubicBezTo>
                  <a:pt x="21383" y="17401"/>
                  <a:pt x="21371" y="17295"/>
                  <a:pt x="21362" y="17190"/>
                </a:cubicBezTo>
                <a:lnTo>
                  <a:pt x="0" y="17190"/>
                </a:lnTo>
                <a:close/>
                <a:moveTo>
                  <a:pt x="0" y="18008"/>
                </a:moveTo>
                <a:lnTo>
                  <a:pt x="0" y="18324"/>
                </a:lnTo>
                <a:lnTo>
                  <a:pt x="21461" y="18324"/>
                </a:lnTo>
                <a:cubicBezTo>
                  <a:pt x="21453" y="18219"/>
                  <a:pt x="21444" y="18113"/>
                  <a:pt x="21436" y="18008"/>
                </a:cubicBezTo>
                <a:lnTo>
                  <a:pt x="0" y="18008"/>
                </a:lnTo>
                <a:close/>
                <a:moveTo>
                  <a:pt x="0" y="818"/>
                </a:moveTo>
                <a:lnTo>
                  <a:pt x="0" y="1134"/>
                </a:lnTo>
                <a:lnTo>
                  <a:pt x="16760" y="1134"/>
                </a:lnTo>
                <a:cubicBezTo>
                  <a:pt x="16703" y="1025"/>
                  <a:pt x="16645" y="919"/>
                  <a:pt x="16592" y="818"/>
                </a:cubicBezTo>
                <a:lnTo>
                  <a:pt x="0" y="818"/>
                </a:lnTo>
                <a:close/>
                <a:moveTo>
                  <a:pt x="0" y="4094"/>
                </a:moveTo>
                <a:lnTo>
                  <a:pt x="0" y="4410"/>
                </a:lnTo>
                <a:lnTo>
                  <a:pt x="18267" y="4410"/>
                </a:lnTo>
                <a:cubicBezTo>
                  <a:pt x="18222" y="4305"/>
                  <a:pt x="18181" y="4199"/>
                  <a:pt x="18136" y="4094"/>
                </a:cubicBezTo>
                <a:lnTo>
                  <a:pt x="0" y="4094"/>
                </a:lnTo>
                <a:close/>
                <a:moveTo>
                  <a:pt x="0" y="1636"/>
                </a:moveTo>
                <a:lnTo>
                  <a:pt x="0" y="1952"/>
                </a:lnTo>
                <a:lnTo>
                  <a:pt x="17174" y="1952"/>
                </a:lnTo>
                <a:cubicBezTo>
                  <a:pt x="17120" y="1843"/>
                  <a:pt x="17067" y="1737"/>
                  <a:pt x="17018" y="1636"/>
                </a:cubicBezTo>
                <a:lnTo>
                  <a:pt x="0" y="1636"/>
                </a:lnTo>
                <a:close/>
                <a:moveTo>
                  <a:pt x="0" y="3272"/>
                </a:moveTo>
                <a:lnTo>
                  <a:pt x="0" y="3588"/>
                </a:lnTo>
                <a:lnTo>
                  <a:pt x="17923" y="3588"/>
                </a:lnTo>
                <a:cubicBezTo>
                  <a:pt x="17878" y="3483"/>
                  <a:pt x="17833" y="3377"/>
                  <a:pt x="17784" y="3272"/>
                </a:cubicBezTo>
                <a:lnTo>
                  <a:pt x="0" y="3272"/>
                </a:lnTo>
                <a:close/>
                <a:moveTo>
                  <a:pt x="0" y="2454"/>
                </a:moveTo>
                <a:lnTo>
                  <a:pt x="0" y="2770"/>
                </a:lnTo>
                <a:lnTo>
                  <a:pt x="17563" y="2770"/>
                </a:lnTo>
                <a:cubicBezTo>
                  <a:pt x="17513" y="2660"/>
                  <a:pt x="17464" y="2555"/>
                  <a:pt x="17415" y="2454"/>
                </a:cubicBezTo>
                <a:lnTo>
                  <a:pt x="0" y="2454"/>
                </a:lnTo>
                <a:close/>
                <a:moveTo>
                  <a:pt x="0" y="0"/>
                </a:moveTo>
                <a:lnTo>
                  <a:pt x="0" y="316"/>
                </a:lnTo>
                <a:lnTo>
                  <a:pt x="16314" y="316"/>
                </a:lnTo>
                <a:cubicBezTo>
                  <a:pt x="16248" y="198"/>
                  <a:pt x="16187" y="93"/>
                  <a:pt x="16129" y="0"/>
                </a:cubicBezTo>
                <a:lnTo>
                  <a:pt x="0" y="0"/>
                </a:lnTo>
                <a:close/>
                <a:moveTo>
                  <a:pt x="21592" y="21284"/>
                </a:moveTo>
                <a:lnTo>
                  <a:pt x="0" y="21284"/>
                </a:lnTo>
                <a:lnTo>
                  <a:pt x="0" y="21600"/>
                </a:lnTo>
                <a:lnTo>
                  <a:pt x="21600" y="21600"/>
                </a:lnTo>
                <a:cubicBezTo>
                  <a:pt x="21596" y="21490"/>
                  <a:pt x="21596" y="21385"/>
                  <a:pt x="21592" y="21284"/>
                </a:cubicBezTo>
                <a:close/>
                <a:moveTo>
                  <a:pt x="0" y="6548"/>
                </a:moveTo>
                <a:lnTo>
                  <a:pt x="0" y="6864"/>
                </a:lnTo>
                <a:lnTo>
                  <a:pt x="19172" y="6864"/>
                </a:lnTo>
                <a:cubicBezTo>
                  <a:pt x="19135" y="6759"/>
                  <a:pt x="19102" y="6653"/>
                  <a:pt x="19065" y="6548"/>
                </a:cubicBezTo>
                <a:lnTo>
                  <a:pt x="0" y="6548"/>
                </a:lnTo>
                <a:close/>
                <a:moveTo>
                  <a:pt x="0" y="8184"/>
                </a:moveTo>
                <a:lnTo>
                  <a:pt x="0" y="8500"/>
                </a:lnTo>
                <a:lnTo>
                  <a:pt x="19684" y="8500"/>
                </a:lnTo>
                <a:cubicBezTo>
                  <a:pt x="19651" y="8395"/>
                  <a:pt x="19622" y="8289"/>
                  <a:pt x="19589" y="8184"/>
                </a:cubicBezTo>
                <a:lnTo>
                  <a:pt x="0" y="8184"/>
                </a:lnTo>
                <a:close/>
                <a:moveTo>
                  <a:pt x="0" y="7366"/>
                </a:moveTo>
                <a:lnTo>
                  <a:pt x="0" y="7682"/>
                </a:lnTo>
                <a:lnTo>
                  <a:pt x="19438" y="7682"/>
                </a:lnTo>
                <a:cubicBezTo>
                  <a:pt x="19405" y="7577"/>
                  <a:pt x="19372" y="7471"/>
                  <a:pt x="19336" y="7366"/>
                </a:cubicBezTo>
                <a:lnTo>
                  <a:pt x="0" y="7366"/>
                </a:lnTo>
                <a:close/>
                <a:moveTo>
                  <a:pt x="0" y="9002"/>
                </a:moveTo>
                <a:lnTo>
                  <a:pt x="0" y="9318"/>
                </a:lnTo>
                <a:lnTo>
                  <a:pt x="19917" y="9318"/>
                </a:lnTo>
                <a:cubicBezTo>
                  <a:pt x="19888" y="9213"/>
                  <a:pt x="19860" y="9107"/>
                  <a:pt x="19831" y="9002"/>
                </a:cubicBezTo>
                <a:lnTo>
                  <a:pt x="0" y="9002"/>
                </a:lnTo>
                <a:close/>
                <a:moveTo>
                  <a:pt x="0" y="5730"/>
                </a:moveTo>
                <a:lnTo>
                  <a:pt x="0" y="6046"/>
                </a:lnTo>
                <a:lnTo>
                  <a:pt x="18889" y="6046"/>
                </a:lnTo>
                <a:cubicBezTo>
                  <a:pt x="18852" y="5941"/>
                  <a:pt x="18811" y="5835"/>
                  <a:pt x="18775" y="5730"/>
                </a:cubicBezTo>
                <a:lnTo>
                  <a:pt x="0" y="5730"/>
                </a:lnTo>
                <a:close/>
                <a:moveTo>
                  <a:pt x="0" y="9824"/>
                </a:moveTo>
                <a:lnTo>
                  <a:pt x="0" y="10140"/>
                </a:lnTo>
                <a:lnTo>
                  <a:pt x="20130" y="10140"/>
                </a:lnTo>
                <a:cubicBezTo>
                  <a:pt x="20101" y="10035"/>
                  <a:pt x="20077" y="9929"/>
                  <a:pt x="20048" y="9824"/>
                </a:cubicBezTo>
                <a:lnTo>
                  <a:pt x="0" y="9824"/>
                </a:lnTo>
                <a:close/>
                <a:moveTo>
                  <a:pt x="0" y="4912"/>
                </a:moveTo>
                <a:lnTo>
                  <a:pt x="0" y="5228"/>
                </a:lnTo>
                <a:lnTo>
                  <a:pt x="18586" y="5228"/>
                </a:lnTo>
                <a:cubicBezTo>
                  <a:pt x="18545" y="5123"/>
                  <a:pt x="18504" y="5017"/>
                  <a:pt x="18463" y="4912"/>
                </a:cubicBezTo>
                <a:lnTo>
                  <a:pt x="0" y="4912"/>
                </a:ln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20"/>
          <p:cNvSpPr/>
          <p:nvPr/>
        </p:nvSpPr>
        <p:spPr>
          <a:xfrm>
            <a:off x="0" y="5363553"/>
            <a:ext cx="12192000" cy="1494447"/>
          </a:xfrm>
          <a:custGeom>
            <a:rect b="b" l="l" r="r" t="t"/>
            <a:pathLst>
              <a:path extrusionOk="0" h="1494447" w="12192000">
                <a:moveTo>
                  <a:pt x="12192000" y="0"/>
                </a:moveTo>
                <a:lnTo>
                  <a:pt x="12192000" y="1494447"/>
                </a:lnTo>
                <a:lnTo>
                  <a:pt x="0" y="1494447"/>
                </a:lnTo>
                <a:lnTo>
                  <a:pt x="0" y="882485"/>
                </a:lnTo>
                <a:cubicBezTo>
                  <a:pt x="0" y="882485"/>
                  <a:pt x="4342904" y="299907"/>
                  <a:pt x="8982391" y="81440"/>
                </a:cubicBezTo>
                <a:lnTo>
                  <a:pt x="9434054" y="63139"/>
                </a:lnTo>
                <a:lnTo>
                  <a:pt x="9553427" y="185135"/>
                </a:lnTo>
                <a:cubicBezTo>
                  <a:pt x="9994194" y="618614"/>
                  <a:pt x="10410775" y="904193"/>
                  <a:pt x="10719430" y="863813"/>
                </a:cubicBezTo>
                <a:cubicBezTo>
                  <a:pt x="10996634" y="827128"/>
                  <a:pt x="11209599" y="523981"/>
                  <a:pt x="11359883" y="73796"/>
                </a:cubicBezTo>
                <a:lnTo>
                  <a:pt x="11380043" y="7578"/>
                </a:lnTo>
                <a:close/>
              </a:path>
            </a:pathLst>
          </a:custGeom>
          <a:solidFill>
            <a:schemeClr val="dk2"/>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20"/>
          <p:cNvSpPr/>
          <p:nvPr/>
        </p:nvSpPr>
        <p:spPr>
          <a:xfrm>
            <a:off x="8726677" y="5088940"/>
            <a:ext cx="1235868" cy="1112211"/>
          </a:xfrm>
          <a:custGeom>
            <a:rect b="b" l="l" r="r" t="t"/>
            <a:pathLst>
              <a:path extrusionOk="0" h="1112211" w="1235868">
                <a:moveTo>
                  <a:pt x="396346" y="0"/>
                </a:moveTo>
                <a:lnTo>
                  <a:pt x="444980" y="56126"/>
                </a:lnTo>
                <a:cubicBezTo>
                  <a:pt x="700838" y="343817"/>
                  <a:pt x="956611" y="599825"/>
                  <a:pt x="1196674" y="790928"/>
                </a:cubicBezTo>
                <a:lnTo>
                  <a:pt x="1235868" y="819878"/>
                </a:lnTo>
                <a:lnTo>
                  <a:pt x="1235578" y="822359"/>
                </a:lnTo>
                <a:cubicBezTo>
                  <a:pt x="1222835" y="869703"/>
                  <a:pt x="1196364" y="906666"/>
                  <a:pt x="1153694" y="928160"/>
                </a:cubicBezTo>
                <a:cubicBezTo>
                  <a:pt x="812330" y="1100111"/>
                  <a:pt x="-44929" y="1290994"/>
                  <a:pt x="1841" y="792814"/>
                </a:cubicBezTo>
                <a:cubicBezTo>
                  <a:pt x="48611" y="293456"/>
                  <a:pt x="333080" y="46880"/>
                  <a:pt x="333080" y="46880"/>
                </a:cubicBezTo>
                <a:close/>
              </a:path>
            </a:pathLst>
          </a:custGeom>
          <a:solidFill>
            <a:schemeClr val="accent4"/>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20"/>
          <p:cNvSpPr txBox="1"/>
          <p:nvPr>
            <p:ph type="title"/>
          </p:nvPr>
        </p:nvSpPr>
        <p:spPr>
          <a:xfrm>
            <a:off x="838200" y="365125"/>
            <a:ext cx="667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Parallax Effect</a:t>
            </a:r>
            <a:endParaRPr/>
          </a:p>
        </p:txBody>
      </p:sp>
      <p:sp>
        <p:nvSpPr>
          <p:cNvPr id="278" name="Google Shape;278;p20"/>
          <p:cNvSpPr txBox="1"/>
          <p:nvPr>
            <p:ph idx="1" type="body"/>
          </p:nvPr>
        </p:nvSpPr>
        <p:spPr>
          <a:xfrm>
            <a:off x="838200" y="1825625"/>
            <a:ext cx="6678000" cy="3537900"/>
          </a:xfrm>
          <a:prstGeom prst="rect">
            <a:avLst/>
          </a:prstGeom>
          <a:noFill/>
          <a:ln>
            <a:noFill/>
          </a:ln>
        </p:spPr>
        <p:txBody>
          <a:bodyPr anchorCtr="0" anchor="t" bIns="45700" lIns="91425" spcFirstLastPara="1" rIns="91425" wrap="square" tIns="45700">
            <a:noAutofit/>
          </a:bodyPr>
          <a:lstStyle/>
          <a:p>
            <a:pPr indent="-146050" lvl="0" marL="228600" rtl="0" algn="l">
              <a:lnSpc>
                <a:spcPct val="90000"/>
              </a:lnSpc>
              <a:spcBef>
                <a:spcPts val="2200"/>
              </a:spcBef>
              <a:spcAft>
                <a:spcPts val="0"/>
              </a:spcAft>
              <a:buSzPts val="1500"/>
              <a:buChar char="•"/>
            </a:pPr>
            <a:r>
              <a:rPr lang="en-US" sz="2500"/>
              <a:t>Core Improvement</a:t>
            </a:r>
            <a:endParaRPr sz="2500"/>
          </a:p>
          <a:p>
            <a:pPr indent="-146050" lvl="0" marL="228600" rtl="0" algn="l">
              <a:lnSpc>
                <a:spcPct val="90000"/>
              </a:lnSpc>
              <a:spcBef>
                <a:spcPts val="2200"/>
              </a:spcBef>
              <a:spcAft>
                <a:spcPts val="0"/>
              </a:spcAft>
              <a:buSzPts val="1500"/>
              <a:buChar char="•"/>
            </a:pPr>
            <a:r>
              <a:rPr lang="en-US" sz="2500"/>
              <a:t>R</a:t>
            </a:r>
            <a:r>
              <a:rPr lang="en-US" sz="2500"/>
              <a:t>ealistic</a:t>
            </a:r>
            <a:r>
              <a:rPr lang="en-US" sz="2500"/>
              <a:t> Perspective</a:t>
            </a:r>
            <a:endParaRPr sz="2500"/>
          </a:p>
          <a:p>
            <a:pPr indent="-209550" lvl="0" marL="228600" rtl="0" algn="l">
              <a:lnSpc>
                <a:spcPct val="90000"/>
              </a:lnSpc>
              <a:spcBef>
                <a:spcPts val="2200"/>
              </a:spcBef>
              <a:spcAft>
                <a:spcPts val="0"/>
              </a:spcAft>
              <a:buSzPts val="2500"/>
              <a:buChar char="•"/>
            </a:pPr>
            <a:r>
              <a:rPr lang="en-US" sz="2500"/>
              <a:t>One layer moves slower than the layer behind it</a:t>
            </a:r>
            <a:endParaRPr sz="2500"/>
          </a:p>
        </p:txBody>
      </p:sp>
      <p:pic>
        <p:nvPicPr>
          <p:cNvPr id="279" name="Google Shape;279;p20"/>
          <p:cNvPicPr preferRelativeResize="0"/>
          <p:nvPr/>
        </p:nvPicPr>
        <p:blipFill>
          <a:blip r:embed="rId3">
            <a:alphaModFix/>
          </a:blip>
          <a:stretch>
            <a:fillRect/>
          </a:stretch>
        </p:blipFill>
        <p:spPr>
          <a:xfrm>
            <a:off x="2148449" y="3738003"/>
            <a:ext cx="5550749" cy="2812926"/>
          </a:xfrm>
          <a:prstGeom prst="rect">
            <a:avLst/>
          </a:prstGeom>
          <a:noFill/>
          <a:ln>
            <a:noFill/>
          </a:ln>
        </p:spPr>
      </p:pic>
      <p:pic>
        <p:nvPicPr>
          <p:cNvPr id="280" name="Google Shape;280;p20"/>
          <p:cNvPicPr preferRelativeResize="0"/>
          <p:nvPr/>
        </p:nvPicPr>
        <p:blipFill>
          <a:blip r:embed="rId4">
            <a:alphaModFix/>
          </a:blip>
          <a:stretch>
            <a:fillRect/>
          </a:stretch>
        </p:blipFill>
        <p:spPr>
          <a:xfrm>
            <a:off x="8476957" y="2496525"/>
            <a:ext cx="2668662" cy="1494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F0"/>
        </a:solidFill>
      </p:bgPr>
    </p:bg>
    <p:spTree>
      <p:nvGrpSpPr>
        <p:cNvPr id="285" name="Shape 285"/>
        <p:cNvGrpSpPr/>
        <p:nvPr/>
      </p:nvGrpSpPr>
      <p:grpSpPr>
        <a:xfrm>
          <a:off x="0" y="0"/>
          <a:ext cx="0" cy="0"/>
          <a:chOff x="0" y="0"/>
          <a:chExt cx="0" cy="0"/>
        </a:xfrm>
      </p:grpSpPr>
      <p:sp>
        <p:nvSpPr>
          <p:cNvPr id="286" name="Google Shape;286;p21"/>
          <p:cNvSpPr/>
          <p:nvPr/>
        </p:nvSpPr>
        <p:spPr>
          <a:xfrm>
            <a:off x="0" y="0"/>
            <a:ext cx="12192000" cy="6858000"/>
          </a:xfrm>
          <a:custGeom>
            <a:rect b="b" l="l" r="r" t="t"/>
            <a:pathLst>
              <a:path extrusionOk="0" h="6858000" w="12192000">
                <a:moveTo>
                  <a:pt x="9742315" y="547651"/>
                </a:moveTo>
                <a:cubicBezTo>
                  <a:pt x="9075215" y="550982"/>
                  <a:pt x="8334482" y="710275"/>
                  <a:pt x="7882033" y="887151"/>
                </a:cubicBezTo>
                <a:cubicBezTo>
                  <a:pt x="6847861" y="1291223"/>
                  <a:pt x="8534924" y="4850306"/>
                  <a:pt x="10012890" y="3670806"/>
                </a:cubicBezTo>
                <a:cubicBezTo>
                  <a:pt x="10012890" y="3670806"/>
                  <a:pt x="10906881" y="3034474"/>
                  <a:pt x="11181053" y="1602348"/>
                </a:cubicBezTo>
                <a:cubicBezTo>
                  <a:pt x="11335995" y="796898"/>
                  <a:pt x="10600014" y="543368"/>
                  <a:pt x="9742315" y="547651"/>
                </a:cubicBezTo>
                <a:close/>
                <a:moveTo>
                  <a:pt x="0" y="0"/>
                </a:moveTo>
                <a:lnTo>
                  <a:pt x="12192000" y="0"/>
                </a:lnTo>
                <a:lnTo>
                  <a:pt x="12192000"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 name="Google Shape;287;p21"/>
          <p:cNvSpPr/>
          <p:nvPr/>
        </p:nvSpPr>
        <p:spPr>
          <a:xfrm>
            <a:off x="-1" y="179347"/>
            <a:ext cx="4024843" cy="6542128"/>
          </a:xfrm>
          <a:custGeom>
            <a:rect b="b" l="l" r="r" t="t"/>
            <a:pathLst>
              <a:path extrusionOk="0" h="21600" w="21600">
                <a:moveTo>
                  <a:pt x="20920" y="13914"/>
                </a:moveTo>
                <a:cubicBezTo>
                  <a:pt x="20937" y="14019"/>
                  <a:pt x="20957" y="14125"/>
                  <a:pt x="20973" y="14230"/>
                </a:cubicBezTo>
                <a:lnTo>
                  <a:pt x="0" y="14230"/>
                </a:lnTo>
                <a:lnTo>
                  <a:pt x="0" y="13914"/>
                </a:lnTo>
                <a:lnTo>
                  <a:pt x="20920" y="13914"/>
                </a:lnTo>
                <a:close/>
                <a:moveTo>
                  <a:pt x="0" y="15554"/>
                </a:moveTo>
                <a:lnTo>
                  <a:pt x="0" y="15870"/>
                </a:lnTo>
                <a:lnTo>
                  <a:pt x="21211" y="15870"/>
                </a:lnTo>
                <a:cubicBezTo>
                  <a:pt x="21199" y="15765"/>
                  <a:pt x="21182" y="15659"/>
                  <a:pt x="21170" y="15554"/>
                </a:cubicBezTo>
                <a:lnTo>
                  <a:pt x="0" y="15554"/>
                </a:lnTo>
                <a:close/>
                <a:moveTo>
                  <a:pt x="0" y="14732"/>
                </a:moveTo>
                <a:lnTo>
                  <a:pt x="0" y="15048"/>
                </a:lnTo>
                <a:lnTo>
                  <a:pt x="21100" y="15048"/>
                </a:lnTo>
                <a:cubicBezTo>
                  <a:pt x="21084" y="14942"/>
                  <a:pt x="21068" y="14837"/>
                  <a:pt x="21055" y="14732"/>
                </a:cubicBezTo>
                <a:lnTo>
                  <a:pt x="0" y="14732"/>
                </a:lnTo>
                <a:close/>
                <a:moveTo>
                  <a:pt x="0" y="13096"/>
                </a:moveTo>
                <a:lnTo>
                  <a:pt x="0" y="13412"/>
                </a:lnTo>
                <a:lnTo>
                  <a:pt x="20838" y="13412"/>
                </a:lnTo>
                <a:cubicBezTo>
                  <a:pt x="20818" y="13307"/>
                  <a:pt x="20802" y="13201"/>
                  <a:pt x="20781" y="13096"/>
                </a:cubicBezTo>
                <a:lnTo>
                  <a:pt x="0" y="13096"/>
                </a:lnTo>
                <a:close/>
                <a:moveTo>
                  <a:pt x="0" y="12278"/>
                </a:moveTo>
                <a:lnTo>
                  <a:pt x="0" y="12594"/>
                </a:lnTo>
                <a:lnTo>
                  <a:pt x="20683" y="12594"/>
                </a:lnTo>
                <a:cubicBezTo>
                  <a:pt x="20662" y="12489"/>
                  <a:pt x="20642" y="12383"/>
                  <a:pt x="20621" y="12278"/>
                </a:cubicBezTo>
                <a:lnTo>
                  <a:pt x="0" y="12278"/>
                </a:lnTo>
                <a:close/>
                <a:moveTo>
                  <a:pt x="0" y="19644"/>
                </a:moveTo>
                <a:lnTo>
                  <a:pt x="0" y="19960"/>
                </a:lnTo>
                <a:lnTo>
                  <a:pt x="21555" y="19960"/>
                </a:lnTo>
                <a:cubicBezTo>
                  <a:pt x="21551" y="19854"/>
                  <a:pt x="21547" y="19749"/>
                  <a:pt x="21539" y="19644"/>
                </a:cubicBezTo>
                <a:lnTo>
                  <a:pt x="0" y="19644"/>
                </a:lnTo>
                <a:close/>
                <a:moveTo>
                  <a:pt x="0" y="11460"/>
                </a:moveTo>
                <a:lnTo>
                  <a:pt x="0" y="11776"/>
                </a:lnTo>
                <a:lnTo>
                  <a:pt x="20515" y="11776"/>
                </a:lnTo>
                <a:cubicBezTo>
                  <a:pt x="20490" y="11671"/>
                  <a:pt x="20470" y="11565"/>
                  <a:pt x="20445" y="11460"/>
                </a:cubicBezTo>
                <a:lnTo>
                  <a:pt x="0" y="11460"/>
                </a:lnTo>
                <a:close/>
                <a:moveTo>
                  <a:pt x="0" y="10642"/>
                </a:moveTo>
                <a:lnTo>
                  <a:pt x="0" y="10958"/>
                </a:lnTo>
                <a:lnTo>
                  <a:pt x="20331" y="10958"/>
                </a:lnTo>
                <a:cubicBezTo>
                  <a:pt x="20306" y="10853"/>
                  <a:pt x="20281" y="10747"/>
                  <a:pt x="20257" y="10642"/>
                </a:cubicBezTo>
                <a:lnTo>
                  <a:pt x="0" y="10642"/>
                </a:lnTo>
                <a:close/>
                <a:moveTo>
                  <a:pt x="0" y="20778"/>
                </a:moveTo>
                <a:lnTo>
                  <a:pt x="21584" y="20778"/>
                </a:lnTo>
                <a:cubicBezTo>
                  <a:pt x="21580" y="20672"/>
                  <a:pt x="21580" y="20567"/>
                  <a:pt x="21575" y="20462"/>
                </a:cubicBezTo>
                <a:lnTo>
                  <a:pt x="0" y="20462"/>
                </a:lnTo>
                <a:lnTo>
                  <a:pt x="0" y="20778"/>
                </a:lnTo>
                <a:close/>
                <a:moveTo>
                  <a:pt x="0" y="16372"/>
                </a:moveTo>
                <a:lnTo>
                  <a:pt x="0" y="16688"/>
                </a:lnTo>
                <a:lnTo>
                  <a:pt x="21309" y="16688"/>
                </a:lnTo>
                <a:cubicBezTo>
                  <a:pt x="21297" y="16583"/>
                  <a:pt x="21285" y="16477"/>
                  <a:pt x="21272" y="16372"/>
                </a:cubicBezTo>
                <a:lnTo>
                  <a:pt x="0" y="16372"/>
                </a:lnTo>
                <a:close/>
                <a:moveTo>
                  <a:pt x="0" y="18826"/>
                </a:moveTo>
                <a:lnTo>
                  <a:pt x="0" y="19142"/>
                </a:lnTo>
                <a:lnTo>
                  <a:pt x="21514" y="19142"/>
                </a:lnTo>
                <a:cubicBezTo>
                  <a:pt x="21506" y="19037"/>
                  <a:pt x="21502" y="18931"/>
                  <a:pt x="21494" y="18826"/>
                </a:cubicBezTo>
                <a:lnTo>
                  <a:pt x="0" y="18826"/>
                </a:lnTo>
                <a:close/>
                <a:moveTo>
                  <a:pt x="0" y="17190"/>
                </a:moveTo>
                <a:lnTo>
                  <a:pt x="0" y="17506"/>
                </a:lnTo>
                <a:lnTo>
                  <a:pt x="21391" y="17506"/>
                </a:lnTo>
                <a:cubicBezTo>
                  <a:pt x="21383" y="17401"/>
                  <a:pt x="21371" y="17295"/>
                  <a:pt x="21362" y="17190"/>
                </a:cubicBezTo>
                <a:lnTo>
                  <a:pt x="0" y="17190"/>
                </a:lnTo>
                <a:close/>
                <a:moveTo>
                  <a:pt x="0" y="18008"/>
                </a:moveTo>
                <a:lnTo>
                  <a:pt x="0" y="18324"/>
                </a:lnTo>
                <a:lnTo>
                  <a:pt x="21461" y="18324"/>
                </a:lnTo>
                <a:cubicBezTo>
                  <a:pt x="21453" y="18219"/>
                  <a:pt x="21444" y="18113"/>
                  <a:pt x="21436" y="18008"/>
                </a:cubicBezTo>
                <a:lnTo>
                  <a:pt x="0" y="18008"/>
                </a:lnTo>
                <a:close/>
                <a:moveTo>
                  <a:pt x="0" y="818"/>
                </a:moveTo>
                <a:lnTo>
                  <a:pt x="0" y="1134"/>
                </a:lnTo>
                <a:lnTo>
                  <a:pt x="16760" y="1134"/>
                </a:lnTo>
                <a:cubicBezTo>
                  <a:pt x="16703" y="1025"/>
                  <a:pt x="16645" y="919"/>
                  <a:pt x="16592" y="818"/>
                </a:cubicBezTo>
                <a:lnTo>
                  <a:pt x="0" y="818"/>
                </a:lnTo>
                <a:close/>
                <a:moveTo>
                  <a:pt x="0" y="4094"/>
                </a:moveTo>
                <a:lnTo>
                  <a:pt x="0" y="4410"/>
                </a:lnTo>
                <a:lnTo>
                  <a:pt x="18267" y="4410"/>
                </a:lnTo>
                <a:cubicBezTo>
                  <a:pt x="18222" y="4305"/>
                  <a:pt x="18181" y="4199"/>
                  <a:pt x="18136" y="4094"/>
                </a:cubicBezTo>
                <a:lnTo>
                  <a:pt x="0" y="4094"/>
                </a:lnTo>
                <a:close/>
                <a:moveTo>
                  <a:pt x="0" y="1636"/>
                </a:moveTo>
                <a:lnTo>
                  <a:pt x="0" y="1952"/>
                </a:lnTo>
                <a:lnTo>
                  <a:pt x="17174" y="1952"/>
                </a:lnTo>
                <a:cubicBezTo>
                  <a:pt x="17120" y="1843"/>
                  <a:pt x="17067" y="1737"/>
                  <a:pt x="17018" y="1636"/>
                </a:cubicBezTo>
                <a:lnTo>
                  <a:pt x="0" y="1636"/>
                </a:lnTo>
                <a:close/>
                <a:moveTo>
                  <a:pt x="0" y="3272"/>
                </a:moveTo>
                <a:lnTo>
                  <a:pt x="0" y="3588"/>
                </a:lnTo>
                <a:lnTo>
                  <a:pt x="17923" y="3588"/>
                </a:lnTo>
                <a:cubicBezTo>
                  <a:pt x="17878" y="3483"/>
                  <a:pt x="17833" y="3377"/>
                  <a:pt x="17784" y="3272"/>
                </a:cubicBezTo>
                <a:lnTo>
                  <a:pt x="0" y="3272"/>
                </a:lnTo>
                <a:close/>
                <a:moveTo>
                  <a:pt x="0" y="2454"/>
                </a:moveTo>
                <a:lnTo>
                  <a:pt x="0" y="2770"/>
                </a:lnTo>
                <a:lnTo>
                  <a:pt x="17563" y="2770"/>
                </a:lnTo>
                <a:cubicBezTo>
                  <a:pt x="17513" y="2660"/>
                  <a:pt x="17464" y="2555"/>
                  <a:pt x="17415" y="2454"/>
                </a:cubicBezTo>
                <a:lnTo>
                  <a:pt x="0" y="2454"/>
                </a:lnTo>
                <a:close/>
                <a:moveTo>
                  <a:pt x="0" y="0"/>
                </a:moveTo>
                <a:lnTo>
                  <a:pt x="0" y="316"/>
                </a:lnTo>
                <a:lnTo>
                  <a:pt x="16314" y="316"/>
                </a:lnTo>
                <a:cubicBezTo>
                  <a:pt x="16248" y="198"/>
                  <a:pt x="16187" y="93"/>
                  <a:pt x="16129" y="0"/>
                </a:cubicBezTo>
                <a:lnTo>
                  <a:pt x="0" y="0"/>
                </a:lnTo>
                <a:close/>
                <a:moveTo>
                  <a:pt x="21592" y="21284"/>
                </a:moveTo>
                <a:lnTo>
                  <a:pt x="0" y="21284"/>
                </a:lnTo>
                <a:lnTo>
                  <a:pt x="0" y="21600"/>
                </a:lnTo>
                <a:lnTo>
                  <a:pt x="21600" y="21600"/>
                </a:lnTo>
                <a:cubicBezTo>
                  <a:pt x="21596" y="21490"/>
                  <a:pt x="21596" y="21385"/>
                  <a:pt x="21592" y="21284"/>
                </a:cubicBezTo>
                <a:close/>
                <a:moveTo>
                  <a:pt x="0" y="6548"/>
                </a:moveTo>
                <a:lnTo>
                  <a:pt x="0" y="6864"/>
                </a:lnTo>
                <a:lnTo>
                  <a:pt x="19172" y="6864"/>
                </a:lnTo>
                <a:cubicBezTo>
                  <a:pt x="19135" y="6759"/>
                  <a:pt x="19102" y="6653"/>
                  <a:pt x="19065" y="6548"/>
                </a:cubicBezTo>
                <a:lnTo>
                  <a:pt x="0" y="6548"/>
                </a:lnTo>
                <a:close/>
                <a:moveTo>
                  <a:pt x="0" y="8184"/>
                </a:moveTo>
                <a:lnTo>
                  <a:pt x="0" y="8500"/>
                </a:lnTo>
                <a:lnTo>
                  <a:pt x="19684" y="8500"/>
                </a:lnTo>
                <a:cubicBezTo>
                  <a:pt x="19651" y="8395"/>
                  <a:pt x="19622" y="8289"/>
                  <a:pt x="19589" y="8184"/>
                </a:cubicBezTo>
                <a:lnTo>
                  <a:pt x="0" y="8184"/>
                </a:lnTo>
                <a:close/>
                <a:moveTo>
                  <a:pt x="0" y="7366"/>
                </a:moveTo>
                <a:lnTo>
                  <a:pt x="0" y="7682"/>
                </a:lnTo>
                <a:lnTo>
                  <a:pt x="19438" y="7682"/>
                </a:lnTo>
                <a:cubicBezTo>
                  <a:pt x="19405" y="7577"/>
                  <a:pt x="19372" y="7471"/>
                  <a:pt x="19336" y="7366"/>
                </a:cubicBezTo>
                <a:lnTo>
                  <a:pt x="0" y="7366"/>
                </a:lnTo>
                <a:close/>
                <a:moveTo>
                  <a:pt x="0" y="9002"/>
                </a:moveTo>
                <a:lnTo>
                  <a:pt x="0" y="9318"/>
                </a:lnTo>
                <a:lnTo>
                  <a:pt x="19917" y="9318"/>
                </a:lnTo>
                <a:cubicBezTo>
                  <a:pt x="19888" y="9213"/>
                  <a:pt x="19860" y="9107"/>
                  <a:pt x="19831" y="9002"/>
                </a:cubicBezTo>
                <a:lnTo>
                  <a:pt x="0" y="9002"/>
                </a:lnTo>
                <a:close/>
                <a:moveTo>
                  <a:pt x="0" y="5730"/>
                </a:moveTo>
                <a:lnTo>
                  <a:pt x="0" y="6046"/>
                </a:lnTo>
                <a:lnTo>
                  <a:pt x="18889" y="6046"/>
                </a:lnTo>
                <a:cubicBezTo>
                  <a:pt x="18852" y="5941"/>
                  <a:pt x="18811" y="5835"/>
                  <a:pt x="18775" y="5730"/>
                </a:cubicBezTo>
                <a:lnTo>
                  <a:pt x="0" y="5730"/>
                </a:lnTo>
                <a:close/>
                <a:moveTo>
                  <a:pt x="0" y="9824"/>
                </a:moveTo>
                <a:lnTo>
                  <a:pt x="0" y="10140"/>
                </a:lnTo>
                <a:lnTo>
                  <a:pt x="20130" y="10140"/>
                </a:lnTo>
                <a:cubicBezTo>
                  <a:pt x="20101" y="10035"/>
                  <a:pt x="20077" y="9929"/>
                  <a:pt x="20048" y="9824"/>
                </a:cubicBezTo>
                <a:lnTo>
                  <a:pt x="0" y="9824"/>
                </a:lnTo>
                <a:close/>
                <a:moveTo>
                  <a:pt x="0" y="4912"/>
                </a:moveTo>
                <a:lnTo>
                  <a:pt x="0" y="5228"/>
                </a:lnTo>
                <a:lnTo>
                  <a:pt x="18586" y="5228"/>
                </a:lnTo>
                <a:cubicBezTo>
                  <a:pt x="18545" y="5123"/>
                  <a:pt x="18504" y="5017"/>
                  <a:pt x="18463" y="4912"/>
                </a:cubicBezTo>
                <a:lnTo>
                  <a:pt x="0" y="4912"/>
                </a:lnTo>
                <a:close/>
              </a:path>
            </a:pathLst>
          </a:custGeom>
          <a:gradFill>
            <a:gsLst>
              <a:gs pos="0">
                <a:schemeClr val="lt2"/>
              </a:gs>
              <a:gs pos="72000">
                <a:schemeClr val="lt1"/>
              </a:gs>
              <a:gs pos="100000">
                <a:schemeClr val="lt1"/>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21"/>
          <p:cNvSpPr/>
          <p:nvPr/>
        </p:nvSpPr>
        <p:spPr>
          <a:xfrm>
            <a:off x="7992783" y="0"/>
            <a:ext cx="4199217" cy="6858000"/>
          </a:xfrm>
          <a:custGeom>
            <a:rect b="b" l="l" r="r" t="t"/>
            <a:pathLst>
              <a:path extrusionOk="0" h="6858000" w="4199217">
                <a:moveTo>
                  <a:pt x="0" y="0"/>
                </a:moveTo>
                <a:lnTo>
                  <a:pt x="4199217" y="0"/>
                </a:lnTo>
                <a:lnTo>
                  <a:pt x="4199217" y="6858000"/>
                </a:lnTo>
                <a:lnTo>
                  <a:pt x="1813245" y="6858000"/>
                </a:lnTo>
                <a:cubicBezTo>
                  <a:pt x="1813245" y="6858000"/>
                  <a:pt x="956203" y="5624288"/>
                  <a:pt x="420553" y="3472880"/>
                </a:cubicBezTo>
                <a:lnTo>
                  <a:pt x="400277" y="3387414"/>
                </a:lnTo>
                <a:lnTo>
                  <a:pt x="423712" y="3414918"/>
                </a:lnTo>
                <a:cubicBezTo>
                  <a:pt x="882228" y="3889068"/>
                  <a:pt x="1465870" y="4113119"/>
                  <a:pt x="2020107" y="3670806"/>
                </a:cubicBezTo>
                <a:cubicBezTo>
                  <a:pt x="2020107" y="3670806"/>
                  <a:pt x="2914098" y="3034474"/>
                  <a:pt x="3188270" y="1602348"/>
                </a:cubicBezTo>
                <a:cubicBezTo>
                  <a:pt x="3343212" y="796898"/>
                  <a:pt x="2607231" y="543368"/>
                  <a:pt x="1749532" y="547651"/>
                </a:cubicBezTo>
                <a:cubicBezTo>
                  <a:pt x="1165820" y="550566"/>
                  <a:pt x="525732" y="672889"/>
                  <a:pt x="71725" y="821917"/>
                </a:cubicBezTo>
                <a:lnTo>
                  <a:pt x="24408" y="838833"/>
                </a:lnTo>
                <a:lnTo>
                  <a:pt x="20364" y="777040"/>
                </a:lnTo>
                <a:cubicBezTo>
                  <a:pt x="7083" y="524582"/>
                  <a:pt x="0" y="265490"/>
                  <a:pt x="0" y="0"/>
                </a:cubicBezTo>
                <a:close/>
              </a:path>
            </a:pathLst>
          </a:custGeom>
          <a:solidFill>
            <a:schemeClr val="dk2"/>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21"/>
          <p:cNvSpPr/>
          <p:nvPr/>
        </p:nvSpPr>
        <p:spPr>
          <a:xfrm rot="10800000">
            <a:off x="9188066" y="179346"/>
            <a:ext cx="3003933" cy="6537321"/>
          </a:xfrm>
          <a:custGeom>
            <a:rect b="b" l="l" r="r" t="t"/>
            <a:pathLst>
              <a:path extrusionOk="0" h="6537321" w="3003933">
                <a:moveTo>
                  <a:pt x="2268804" y="95639"/>
                </a:moveTo>
                <a:lnTo>
                  <a:pt x="0" y="95639"/>
                </a:lnTo>
                <a:lnTo>
                  <a:pt x="0" y="0"/>
                </a:lnTo>
                <a:lnTo>
                  <a:pt x="2243076" y="0"/>
                </a:lnTo>
                <a:cubicBezTo>
                  <a:pt x="2251142" y="28147"/>
                  <a:pt x="2259625" y="59926"/>
                  <a:pt x="2268804" y="95639"/>
                </a:cubicBezTo>
                <a:close/>
                <a:moveTo>
                  <a:pt x="2330829" y="343210"/>
                </a:moveTo>
                <a:lnTo>
                  <a:pt x="0" y="343210"/>
                </a:lnTo>
                <a:lnTo>
                  <a:pt x="0" y="247571"/>
                </a:lnTo>
                <a:lnTo>
                  <a:pt x="2307465" y="247571"/>
                </a:lnTo>
                <a:cubicBezTo>
                  <a:pt x="2314836" y="278139"/>
                  <a:pt x="2322903" y="310220"/>
                  <a:pt x="2330829" y="343210"/>
                </a:cubicBezTo>
                <a:close/>
                <a:moveTo>
                  <a:pt x="2388405" y="590780"/>
                </a:moveTo>
                <a:lnTo>
                  <a:pt x="0" y="590780"/>
                </a:lnTo>
                <a:lnTo>
                  <a:pt x="0" y="495142"/>
                </a:lnTo>
                <a:lnTo>
                  <a:pt x="2366710" y="495142"/>
                </a:lnTo>
                <a:cubicBezTo>
                  <a:pt x="2373524" y="525710"/>
                  <a:pt x="2380895" y="557791"/>
                  <a:pt x="2388405" y="590780"/>
                </a:cubicBezTo>
                <a:close/>
                <a:moveTo>
                  <a:pt x="2442503" y="838351"/>
                </a:moveTo>
                <a:lnTo>
                  <a:pt x="0" y="838351"/>
                </a:lnTo>
                <a:lnTo>
                  <a:pt x="0" y="742713"/>
                </a:lnTo>
                <a:lnTo>
                  <a:pt x="2421921" y="742713"/>
                </a:lnTo>
                <a:cubicBezTo>
                  <a:pt x="2428735" y="773281"/>
                  <a:pt x="2435550" y="805059"/>
                  <a:pt x="2442503" y="838351"/>
                </a:cubicBezTo>
                <a:close/>
                <a:moveTo>
                  <a:pt x="2492569" y="1085922"/>
                </a:moveTo>
                <a:lnTo>
                  <a:pt x="0" y="1085922"/>
                </a:lnTo>
                <a:lnTo>
                  <a:pt x="0" y="990283"/>
                </a:lnTo>
                <a:lnTo>
                  <a:pt x="2473238" y="990283"/>
                </a:lnTo>
                <a:cubicBezTo>
                  <a:pt x="2480053" y="1022062"/>
                  <a:pt x="2486311" y="1054143"/>
                  <a:pt x="2492569" y="1085922"/>
                </a:cubicBezTo>
                <a:close/>
                <a:moveTo>
                  <a:pt x="2540409" y="1334703"/>
                </a:moveTo>
                <a:lnTo>
                  <a:pt x="0" y="1334703"/>
                </a:lnTo>
                <a:lnTo>
                  <a:pt x="0" y="1239065"/>
                </a:lnTo>
                <a:lnTo>
                  <a:pt x="2522191" y="1239065"/>
                </a:lnTo>
                <a:cubicBezTo>
                  <a:pt x="2528449" y="1270843"/>
                  <a:pt x="2534151" y="1302925"/>
                  <a:pt x="2540409" y="1334703"/>
                </a:cubicBezTo>
                <a:close/>
                <a:moveTo>
                  <a:pt x="2584773" y="1582274"/>
                </a:moveTo>
                <a:lnTo>
                  <a:pt x="0" y="1582274"/>
                </a:lnTo>
                <a:lnTo>
                  <a:pt x="0" y="1486635"/>
                </a:lnTo>
                <a:lnTo>
                  <a:pt x="2567667" y="1486635"/>
                </a:lnTo>
                <a:cubicBezTo>
                  <a:pt x="2573369" y="1518414"/>
                  <a:pt x="2579071" y="1550495"/>
                  <a:pt x="2584773" y="1582274"/>
                </a:cubicBezTo>
                <a:close/>
                <a:moveTo>
                  <a:pt x="2626911" y="1829845"/>
                </a:moveTo>
                <a:lnTo>
                  <a:pt x="0" y="1829845"/>
                </a:lnTo>
                <a:lnTo>
                  <a:pt x="0" y="1734206"/>
                </a:lnTo>
                <a:lnTo>
                  <a:pt x="2611057" y="1734206"/>
                </a:lnTo>
                <a:cubicBezTo>
                  <a:pt x="2616064" y="1765985"/>
                  <a:pt x="2621766" y="1798066"/>
                  <a:pt x="2626911" y="1829845"/>
                </a:cubicBezTo>
                <a:close/>
                <a:moveTo>
                  <a:pt x="2666269" y="2077416"/>
                </a:moveTo>
                <a:lnTo>
                  <a:pt x="0" y="2077416"/>
                </a:lnTo>
                <a:lnTo>
                  <a:pt x="0" y="1981777"/>
                </a:lnTo>
                <a:lnTo>
                  <a:pt x="2651388" y="1981777"/>
                </a:lnTo>
                <a:cubicBezTo>
                  <a:pt x="2656534" y="2013556"/>
                  <a:pt x="2661123" y="2045637"/>
                  <a:pt x="2666269" y="2077416"/>
                </a:cubicBezTo>
                <a:close/>
                <a:moveTo>
                  <a:pt x="2703261" y="2324986"/>
                </a:moveTo>
                <a:lnTo>
                  <a:pt x="0" y="2324986"/>
                </a:lnTo>
                <a:lnTo>
                  <a:pt x="0" y="2229348"/>
                </a:lnTo>
                <a:lnTo>
                  <a:pt x="2689076" y="2229348"/>
                </a:lnTo>
                <a:cubicBezTo>
                  <a:pt x="2694083" y="2261126"/>
                  <a:pt x="2698672" y="2293208"/>
                  <a:pt x="2703261" y="2324986"/>
                </a:cubicBezTo>
                <a:close/>
                <a:moveTo>
                  <a:pt x="2737473" y="2572557"/>
                </a:moveTo>
                <a:lnTo>
                  <a:pt x="0" y="2572557"/>
                </a:lnTo>
                <a:lnTo>
                  <a:pt x="0" y="2476918"/>
                </a:lnTo>
                <a:lnTo>
                  <a:pt x="2724261" y="2476918"/>
                </a:lnTo>
                <a:cubicBezTo>
                  <a:pt x="2728851" y="2508697"/>
                  <a:pt x="2732884" y="2540778"/>
                  <a:pt x="2737473" y="2572557"/>
                </a:cubicBezTo>
                <a:close/>
                <a:moveTo>
                  <a:pt x="2675668" y="2820128"/>
                </a:moveTo>
                <a:lnTo>
                  <a:pt x="0" y="2820128"/>
                </a:lnTo>
                <a:lnTo>
                  <a:pt x="0" y="2724489"/>
                </a:lnTo>
                <a:lnTo>
                  <a:pt x="2757917" y="2724489"/>
                </a:lnTo>
                <a:lnTo>
                  <a:pt x="2768633" y="2810178"/>
                </a:lnTo>
                <a:lnTo>
                  <a:pt x="2737424" y="2810253"/>
                </a:lnTo>
                <a:close/>
                <a:moveTo>
                  <a:pt x="2149193" y="3068909"/>
                </a:moveTo>
                <a:lnTo>
                  <a:pt x="0" y="3068909"/>
                </a:lnTo>
                <a:lnTo>
                  <a:pt x="0" y="2973271"/>
                </a:lnTo>
                <a:lnTo>
                  <a:pt x="2283260" y="2973271"/>
                </a:lnTo>
                <a:lnTo>
                  <a:pt x="2179109" y="3045861"/>
                </a:lnTo>
                <a:cubicBezTo>
                  <a:pt x="2179109" y="3045861"/>
                  <a:pt x="2175617" y="3048347"/>
                  <a:pt x="2169002" y="3053357"/>
                </a:cubicBezTo>
                <a:close/>
                <a:moveTo>
                  <a:pt x="1887740" y="3316480"/>
                </a:moveTo>
                <a:lnTo>
                  <a:pt x="0" y="3316480"/>
                </a:lnTo>
                <a:lnTo>
                  <a:pt x="0" y="3220841"/>
                </a:lnTo>
                <a:lnTo>
                  <a:pt x="1980236" y="3220841"/>
                </a:lnTo>
                <a:lnTo>
                  <a:pt x="1963395" y="3237153"/>
                </a:lnTo>
                <a:close/>
                <a:moveTo>
                  <a:pt x="1682632" y="3564051"/>
                </a:moveTo>
                <a:lnTo>
                  <a:pt x="0" y="3564051"/>
                </a:lnTo>
                <a:lnTo>
                  <a:pt x="0" y="3468412"/>
                </a:lnTo>
                <a:lnTo>
                  <a:pt x="1757509" y="3468412"/>
                </a:lnTo>
                <a:lnTo>
                  <a:pt x="1697842" y="3543043"/>
                </a:lnTo>
                <a:close/>
                <a:moveTo>
                  <a:pt x="1513306" y="3811621"/>
                </a:moveTo>
                <a:lnTo>
                  <a:pt x="0" y="3811621"/>
                </a:lnTo>
                <a:lnTo>
                  <a:pt x="0" y="3715983"/>
                </a:lnTo>
                <a:lnTo>
                  <a:pt x="1575436" y="3715983"/>
                </a:lnTo>
                <a:close/>
                <a:moveTo>
                  <a:pt x="1373527" y="4059192"/>
                </a:moveTo>
                <a:lnTo>
                  <a:pt x="0" y="4059192"/>
                </a:lnTo>
                <a:lnTo>
                  <a:pt x="0" y="3963553"/>
                </a:lnTo>
                <a:lnTo>
                  <a:pt x="1424363" y="3963553"/>
                </a:lnTo>
                <a:lnTo>
                  <a:pt x="1403372" y="3999977"/>
                </a:lnTo>
                <a:close/>
                <a:moveTo>
                  <a:pt x="1257286" y="4306763"/>
                </a:moveTo>
                <a:lnTo>
                  <a:pt x="0" y="4306763"/>
                </a:lnTo>
                <a:lnTo>
                  <a:pt x="0" y="4211125"/>
                </a:lnTo>
                <a:lnTo>
                  <a:pt x="1298674" y="4211125"/>
                </a:lnTo>
                <a:close/>
                <a:moveTo>
                  <a:pt x="1161582" y="4554334"/>
                </a:moveTo>
                <a:lnTo>
                  <a:pt x="0" y="4554334"/>
                </a:lnTo>
                <a:lnTo>
                  <a:pt x="0" y="4458695"/>
                </a:lnTo>
                <a:lnTo>
                  <a:pt x="1196250" y="4458695"/>
                </a:lnTo>
                <a:close/>
                <a:moveTo>
                  <a:pt x="1084485" y="4803115"/>
                </a:moveTo>
                <a:lnTo>
                  <a:pt x="0" y="4803115"/>
                </a:lnTo>
                <a:lnTo>
                  <a:pt x="0" y="4707476"/>
                </a:lnTo>
                <a:lnTo>
                  <a:pt x="1112527" y="4707476"/>
                </a:lnTo>
                <a:close/>
                <a:moveTo>
                  <a:pt x="1025257" y="5050686"/>
                </a:moveTo>
                <a:lnTo>
                  <a:pt x="0" y="5050686"/>
                </a:lnTo>
                <a:lnTo>
                  <a:pt x="0" y="4955047"/>
                </a:lnTo>
                <a:lnTo>
                  <a:pt x="1046766" y="4955047"/>
                </a:lnTo>
                <a:close/>
                <a:moveTo>
                  <a:pt x="992431" y="5298256"/>
                </a:moveTo>
                <a:lnTo>
                  <a:pt x="0" y="5298256"/>
                </a:lnTo>
                <a:lnTo>
                  <a:pt x="0" y="5202618"/>
                </a:lnTo>
                <a:lnTo>
                  <a:pt x="999469" y="5202618"/>
                </a:lnTo>
                <a:lnTo>
                  <a:pt x="992147" y="5258945"/>
                </a:lnTo>
                <a:close/>
                <a:moveTo>
                  <a:pt x="1024561" y="5545827"/>
                </a:moveTo>
                <a:lnTo>
                  <a:pt x="0" y="5545827"/>
                </a:lnTo>
                <a:lnTo>
                  <a:pt x="0" y="5450188"/>
                </a:lnTo>
                <a:lnTo>
                  <a:pt x="1002747" y="5450188"/>
                </a:lnTo>
                <a:lnTo>
                  <a:pt x="1012685" y="5511113"/>
                </a:lnTo>
                <a:close/>
                <a:moveTo>
                  <a:pt x="1164202" y="5793398"/>
                </a:moveTo>
                <a:lnTo>
                  <a:pt x="0" y="5793398"/>
                </a:lnTo>
                <a:lnTo>
                  <a:pt x="0" y="5697759"/>
                </a:lnTo>
                <a:lnTo>
                  <a:pt x="1092804" y="5697759"/>
                </a:lnTo>
                <a:lnTo>
                  <a:pt x="1103226" y="5716708"/>
                </a:lnTo>
                <a:close/>
                <a:moveTo>
                  <a:pt x="1555309" y="6040969"/>
                </a:moveTo>
                <a:lnTo>
                  <a:pt x="0" y="6040969"/>
                </a:lnTo>
                <a:lnTo>
                  <a:pt x="0" y="5945330"/>
                </a:lnTo>
                <a:lnTo>
                  <a:pt x="1350600" y="5945330"/>
                </a:lnTo>
                <a:lnTo>
                  <a:pt x="1458260" y="6001968"/>
                </a:lnTo>
                <a:close/>
                <a:moveTo>
                  <a:pt x="3001708" y="6288539"/>
                </a:moveTo>
                <a:lnTo>
                  <a:pt x="0" y="6288539"/>
                </a:lnTo>
                <a:lnTo>
                  <a:pt x="0" y="6192901"/>
                </a:lnTo>
                <a:lnTo>
                  <a:pt x="3000456" y="6192901"/>
                </a:lnTo>
                <a:cubicBezTo>
                  <a:pt x="3001151" y="6224679"/>
                  <a:pt x="3001151" y="6256458"/>
                  <a:pt x="3001708" y="6288539"/>
                </a:cubicBezTo>
                <a:close/>
                <a:moveTo>
                  <a:pt x="3003933" y="6537321"/>
                </a:moveTo>
                <a:lnTo>
                  <a:pt x="0" y="6537321"/>
                </a:lnTo>
                <a:lnTo>
                  <a:pt x="0" y="6441682"/>
                </a:lnTo>
                <a:lnTo>
                  <a:pt x="3002821" y="6441682"/>
                </a:lnTo>
                <a:cubicBezTo>
                  <a:pt x="3003377" y="6472250"/>
                  <a:pt x="3003377" y="6504029"/>
                  <a:pt x="3003933" y="6537321"/>
                </a:cubicBezTo>
                <a:close/>
              </a:path>
            </a:pathLst>
          </a:custGeom>
          <a:gradFill>
            <a:gsLst>
              <a:gs pos="0">
                <a:srgbClr val="32738E"/>
              </a:gs>
              <a:gs pos="72000">
                <a:schemeClr val="dk2"/>
              </a:gs>
              <a:gs pos="100000">
                <a:schemeClr val="dk2"/>
              </a:gs>
            </a:gsLst>
            <a:lin ang="0" scaled="0"/>
          </a:gra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21"/>
          <p:cNvSpPr txBox="1"/>
          <p:nvPr>
            <p:ph type="title"/>
          </p:nvPr>
        </p:nvSpPr>
        <p:spPr>
          <a:xfrm>
            <a:off x="831850" y="1709738"/>
            <a:ext cx="6555415"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Demonstration</a:t>
            </a:r>
            <a:endParaRPr/>
          </a:p>
        </p:txBody>
      </p:sp>
      <p:sp>
        <p:nvSpPr>
          <p:cNvPr id="291" name="Google Shape;291;p21"/>
          <p:cNvSpPr/>
          <p:nvPr/>
        </p:nvSpPr>
        <p:spPr>
          <a:xfrm>
            <a:off x="10304219" y="2322445"/>
            <a:ext cx="1073531" cy="1029773"/>
          </a:xfrm>
          <a:custGeom>
            <a:rect b="b" l="l" r="r" t="t"/>
            <a:pathLst>
              <a:path extrusionOk="0" h="17270" w="20115">
                <a:moveTo>
                  <a:pt x="6911" y="16574"/>
                </a:moveTo>
                <a:cubicBezTo>
                  <a:pt x="10806" y="18285"/>
                  <a:pt x="15537" y="16724"/>
                  <a:pt x="17353" y="13195"/>
                </a:cubicBezTo>
                <a:cubicBezTo>
                  <a:pt x="18786" y="10436"/>
                  <a:pt x="20459" y="6309"/>
                  <a:pt x="20053" y="2716"/>
                </a:cubicBezTo>
                <a:cubicBezTo>
                  <a:pt x="19360" y="-3315"/>
                  <a:pt x="2778" y="1860"/>
                  <a:pt x="340" y="6993"/>
                </a:cubicBezTo>
                <a:cubicBezTo>
                  <a:pt x="-1141" y="10137"/>
                  <a:pt x="2419" y="14607"/>
                  <a:pt x="6911" y="16574"/>
                </a:cubicBezTo>
                <a:close/>
              </a:path>
            </a:pathLst>
          </a:custGeom>
          <a:solidFill>
            <a:schemeClr val="accent4"/>
          </a:solidFill>
          <a:ln>
            <a:noFill/>
          </a:ln>
        </p:spPr>
        <p:txBody>
          <a:bodyPr anchorCtr="0" anchor="ctr" bIns="38100" lIns="38100" spcFirstLastPara="1" rIns="38100" wrap="square" tIns="381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92" name="Google Shape;292;p21"/>
          <p:cNvPicPr preferRelativeResize="0"/>
          <p:nvPr/>
        </p:nvPicPr>
        <p:blipFill>
          <a:blip r:embed="rId3">
            <a:alphaModFix/>
          </a:blip>
          <a:stretch>
            <a:fillRect/>
          </a:stretch>
        </p:blipFill>
        <p:spPr>
          <a:xfrm>
            <a:off x="7528150" y="179350"/>
            <a:ext cx="3416651" cy="34166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resentationGO">
  <a:themeElements>
    <a:clrScheme name="OFFICE DROP">
      <a:dk1>
        <a:srgbClr val="183440"/>
      </a:dk1>
      <a:lt1>
        <a:srgbClr val="FFFFFF"/>
      </a:lt1>
      <a:dk2>
        <a:srgbClr val="183440"/>
      </a:dk2>
      <a:lt2>
        <a:srgbClr val="E7E6E6"/>
      </a:lt2>
      <a:accent1>
        <a:srgbClr val="7C9EA6"/>
      </a:accent1>
      <a:accent2>
        <a:srgbClr val="8DB993"/>
      </a:accent2>
      <a:accent3>
        <a:srgbClr val="D98F10"/>
      </a:accent3>
      <a:accent4>
        <a:srgbClr val="F1B700"/>
      </a:accent4>
      <a:accent5>
        <a:srgbClr val="587E8C"/>
      </a:accent5>
      <a:accent6>
        <a:srgbClr val="70AD47"/>
      </a:accent6>
      <a:hlink>
        <a:srgbClr val="BABDBD"/>
      </a:hlink>
      <a:folHlink>
        <a:srgbClr val="E3C45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